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f0f605f0049e5" /><Relationship Type="http://schemas.openxmlformats.org/officeDocument/2006/relationships/extended-properties" Target="/docProps/app.xml" Id="R959fc5a618ce4df1" /><Relationship Type="http://schemas.openxmlformats.org/officeDocument/2006/relationships/officeDocument" Target="/ppt/presentation.xml" Id="Rb495aa04ea14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5bf8f3e5743a0"/>
  </p:sldMasterIdLst>
  <p:notesMasterIdLst>
    <p:notesMasterId xmlns:r="http://schemas.openxmlformats.org/officeDocument/2006/relationships" r:id="R2ba7898f1f1647e8"/>
  </p:notesMasterIdLst>
  <p:sldIdLst>
    <p:sldId xmlns:r="http://schemas.openxmlformats.org/officeDocument/2006/relationships" id="256" r:id="R4be135dc453f4dae"/>
    <p:sldId xmlns:r="http://schemas.openxmlformats.org/officeDocument/2006/relationships" id="257" r:id="Rff21592e20474d3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8134cf07d0474b" /><Relationship Type="http://schemas.openxmlformats.org/officeDocument/2006/relationships/slideMaster" Target="/ppt/slideMasters/slideMaster1.xml" Id="R5e55bf8f3e5743a0" /><Relationship Type="http://schemas.openxmlformats.org/officeDocument/2006/relationships/notesMaster" Target="/ppt/notesMasters/notesMaster1.xml" Id="R2ba7898f1f1647e8" /><Relationship Type="http://schemas.openxmlformats.org/officeDocument/2006/relationships/presProps" Target="/ppt/presProps.xml" Id="R3ef26e0fb48544a6" /><Relationship Type="http://schemas.openxmlformats.org/officeDocument/2006/relationships/tableStyles" Target="/ppt/tableStyles.xml" Id="Re6d4353a6b09488c" /><Relationship Type="http://schemas.openxmlformats.org/officeDocument/2006/relationships/slide" Target="/ppt/slides/slide1.xml" Id="R4be135dc453f4dae" /><Relationship Type="http://schemas.openxmlformats.org/officeDocument/2006/relationships/slide" Target="/ppt/slides/slide2.xml" Id="Rff21592e2047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379d872804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51ffb6a834806" /><Relationship Type="http://schemas.openxmlformats.org/officeDocument/2006/relationships/notesMaster" Target="/ppt/notesMasters/notesMaster1.xml" Id="Reebb8d6b03c1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0df64df01c441b" /><Relationship Type="http://schemas.openxmlformats.org/officeDocument/2006/relationships/notesMaster" Target="/ppt/notesMasters/notesMaster1.xml" Id="R6d1502a7f137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D:/Codex/shared/2026-08-03/SGLang_FT_两张架构图_v2/01_deployment.svg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D:/Codex/shared/2026-08-03/SGLang_FT_两张架构图_v2/02_ft_framework.svg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1a155678e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117beaec04f07" /><Relationship Type="http://schemas.openxmlformats.org/officeDocument/2006/relationships/slideLayout" Target="/ppt/slideLayouts/slideLayout1.xml" Id="R8ed0a8829963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0a8829963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68f5439484c27" /><Relationship Type="http://schemas.openxmlformats.org/officeDocument/2006/relationships/notesSlide" Target="/ppt/notesSlides/notesSlide1.xml" Id="Rddde1db3bfbc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d581af3a4a09" /><Relationship Type="http://schemas.openxmlformats.org/officeDocument/2006/relationships/notesSlide" Target="/ppt/notesSlides/notesSlide2.xml" Id="R0e5ca4b4a0a1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rect-1">
            <a:extLst xmlns:a="http://schemas.openxmlformats.org/drawingml/2006/main">
              <a:ext uri="{FF2B5EF4-FFF2-40B4-BE49-F238E27FC236}">
                <a16:creationId xmlns:a16="http://schemas.microsoft.com/office/drawing/2014/main" id="{61FE706A-D921-4AF5-B924-5A22D103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"/>
            <a:ext cx="1304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2" name="rect-2">
            <a:extLst xmlns:a="http://schemas.openxmlformats.org/drawingml/2006/main">
              <a:ext uri="{FF2B5EF4-FFF2-40B4-BE49-F238E27FC236}">
                <a16:creationId xmlns:a16="http://schemas.microsoft.com/office/drawing/2014/main" id="{F09DF8BE-0483-44E1-B391-E4C56C15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0525"/>
            <a:ext cx="3000375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" name="rect-3">
            <a:extLst xmlns:a="http://schemas.openxmlformats.org/drawingml/2006/main">
              <a:ext uri="{FF2B5EF4-FFF2-40B4-BE49-F238E27FC236}">
                <a16:creationId xmlns:a16="http://schemas.microsoft.com/office/drawing/2014/main" id="{43C7A1A1-D620-4AF8-8BAC-DD0DF2A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1475"/>
            <a:ext cx="371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4" name="rect-4">
            <a:extLst xmlns:a="http://schemas.openxmlformats.org/drawingml/2006/main">
              <a:ext uri="{FF2B5EF4-FFF2-40B4-BE49-F238E27FC236}">
                <a16:creationId xmlns:a16="http://schemas.microsoft.com/office/drawing/2014/main" id="{F253962A-8E1C-4D0C-A701-A263D7D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13049250" cy="5667375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5" name="rect-5">
            <a:extLst xmlns:a="http://schemas.openxmlformats.org/drawingml/2006/main">
              <a:ext uri="{FF2B5EF4-FFF2-40B4-BE49-F238E27FC236}">
                <a16:creationId xmlns:a16="http://schemas.microsoft.com/office/drawing/2014/main" id="{2EE9720A-14C7-4F91-B23C-04BDD77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1714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6" name="rect-6">
            <a:extLst xmlns:a="http://schemas.openxmlformats.org/drawingml/2006/main">
              <a:ext uri="{FF2B5EF4-FFF2-40B4-BE49-F238E27FC236}">
                <a16:creationId xmlns:a16="http://schemas.microsoft.com/office/drawing/2014/main" id="{A29AF8CE-D574-40C4-A6BA-60D3984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04950"/>
            <a:ext cx="2095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7" name="rect-7">
            <a:extLst xmlns:a="http://schemas.openxmlformats.org/drawingml/2006/main">
              <a:ext uri="{FF2B5EF4-FFF2-40B4-BE49-F238E27FC236}">
                <a16:creationId xmlns:a16="http://schemas.microsoft.com/office/drawing/2014/main" id="{FA14D122-98D1-44E7-84E4-1EA85CF7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6191250" cy="4619625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8" name="rect-8">
            <a:extLst xmlns:a="http://schemas.openxmlformats.org/drawingml/2006/main">
              <a:ext uri="{FF2B5EF4-FFF2-40B4-BE49-F238E27FC236}">
                <a16:creationId xmlns:a16="http://schemas.microsoft.com/office/drawing/2014/main" id="{F14AE0CA-AA08-4C29-81ED-96207B12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57150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9" name="rect-9">
            <a:extLst xmlns:a="http://schemas.openxmlformats.org/drawingml/2006/main">
              <a:ext uri="{FF2B5EF4-FFF2-40B4-BE49-F238E27FC236}">
                <a16:creationId xmlns:a16="http://schemas.microsoft.com/office/drawing/2014/main" id="{632204F6-922B-49CB-B07E-B0C50F2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76625"/>
            <a:ext cx="2619375" cy="27622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10" name="rect-10">
            <a:extLst xmlns:a="http://schemas.openxmlformats.org/drawingml/2006/main">
              <a:ext uri="{FF2B5EF4-FFF2-40B4-BE49-F238E27FC236}">
                <a16:creationId xmlns:a16="http://schemas.microsoft.com/office/drawing/2014/main" id="{F69D80D8-B928-4C14-B923-7A8AFB5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21431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1" name="rect-11">
            <a:extLst xmlns:a="http://schemas.openxmlformats.org/drawingml/2006/main">
              <a:ext uri="{FF2B5EF4-FFF2-40B4-BE49-F238E27FC236}">
                <a16:creationId xmlns:a16="http://schemas.microsoft.com/office/drawing/2014/main" id="{2D6DB1BE-C301-43CB-95EA-1C321661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05325"/>
            <a:ext cx="21431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447C8479-EFAA-4C11-9E49-BFFB211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2143125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3" name="rect-13">
            <a:extLst xmlns:a="http://schemas.openxmlformats.org/drawingml/2006/main">
              <a:ext uri="{FF2B5EF4-FFF2-40B4-BE49-F238E27FC236}">
                <a16:creationId xmlns:a16="http://schemas.microsoft.com/office/drawing/2014/main" id="{5BE13D28-2A08-467F-8C7C-C094A04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2619375" cy="27622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4" name="rect-14">
            <a:extLst xmlns:a="http://schemas.openxmlformats.org/drawingml/2006/main">
              <a:ext uri="{FF2B5EF4-FFF2-40B4-BE49-F238E27FC236}">
                <a16:creationId xmlns:a16="http://schemas.microsoft.com/office/drawing/2014/main" id="{67713470-49AB-4BF9-9995-D96E38E2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1431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5" name="rect-15">
            <a:extLst xmlns:a="http://schemas.openxmlformats.org/drawingml/2006/main">
              <a:ext uri="{FF2B5EF4-FFF2-40B4-BE49-F238E27FC236}">
                <a16:creationId xmlns:a16="http://schemas.microsoft.com/office/drawing/2014/main" id="{7E69961F-FFAB-4A60-9EEE-426B33D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05325"/>
            <a:ext cx="21431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6" name="rect-16">
            <a:extLst xmlns:a="http://schemas.openxmlformats.org/drawingml/2006/main">
              <a:ext uri="{FF2B5EF4-FFF2-40B4-BE49-F238E27FC236}">
                <a16:creationId xmlns:a16="http://schemas.microsoft.com/office/drawing/2014/main" id="{5C4B0000-E4E2-42F9-925B-D6EC543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67300"/>
            <a:ext cx="2143125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7" name="rect-17">
            <a:extLst xmlns:a="http://schemas.openxmlformats.org/drawingml/2006/main">
              <a:ext uri="{FF2B5EF4-FFF2-40B4-BE49-F238E27FC236}">
                <a16:creationId xmlns:a16="http://schemas.microsoft.com/office/drawing/2014/main" id="{9B7934CF-FD83-4025-9851-18E2570D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6000750" cy="4619625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18" name="rect-18">
            <a:extLst xmlns:a="http://schemas.openxmlformats.org/drawingml/2006/main">
              <a:ext uri="{FF2B5EF4-FFF2-40B4-BE49-F238E27FC236}">
                <a16:creationId xmlns:a16="http://schemas.microsoft.com/office/drawing/2014/main" id="{47693145-211C-4F45-B59A-BB63FAA8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5524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9" name="rect-19">
            <a:extLst xmlns:a="http://schemas.openxmlformats.org/drawingml/2006/main">
              <a:ext uri="{FF2B5EF4-FFF2-40B4-BE49-F238E27FC236}">
                <a16:creationId xmlns:a16="http://schemas.microsoft.com/office/drawing/2014/main" id="{6583CEEE-1C17-48BA-B10B-2A30606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20" name="rect-20">
            <a:extLst xmlns:a="http://schemas.openxmlformats.org/drawingml/2006/main">
              <a:ext uri="{FF2B5EF4-FFF2-40B4-BE49-F238E27FC236}">
                <a16:creationId xmlns:a16="http://schemas.microsoft.com/office/drawing/2014/main" id="{4857433C-DB77-4C78-9DDB-AEFB073C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21336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1" name="rect-21">
            <a:extLst xmlns:a="http://schemas.openxmlformats.org/drawingml/2006/main">
              <a:ext uri="{FF2B5EF4-FFF2-40B4-BE49-F238E27FC236}">
                <a16:creationId xmlns:a16="http://schemas.microsoft.com/office/drawing/2014/main" id="{B6C442D4-1E95-4717-BD91-DE14CB23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05325"/>
            <a:ext cx="21336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2" name="rect-22">
            <a:extLst xmlns:a="http://schemas.openxmlformats.org/drawingml/2006/main">
              <a:ext uri="{FF2B5EF4-FFF2-40B4-BE49-F238E27FC236}">
                <a16:creationId xmlns:a16="http://schemas.microsoft.com/office/drawing/2014/main" id="{75DBAB0C-1D8E-4624-96B3-7319ED4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67300"/>
            <a:ext cx="2133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3" name="rect-23">
            <a:extLst xmlns:a="http://schemas.openxmlformats.org/drawingml/2006/main">
              <a:ext uri="{FF2B5EF4-FFF2-40B4-BE49-F238E27FC236}">
                <a16:creationId xmlns:a16="http://schemas.microsoft.com/office/drawing/2014/main" id="{A2A6EFDE-79A3-43A1-A0CF-BD5F4CC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29300"/>
            <a:ext cx="21336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4" name="rect-24">
            <a:extLst xmlns:a="http://schemas.openxmlformats.org/drawingml/2006/main">
              <a:ext uri="{FF2B5EF4-FFF2-40B4-BE49-F238E27FC236}">
                <a16:creationId xmlns:a16="http://schemas.microsoft.com/office/drawing/2014/main" id="{E4464372-3B26-41EF-9D6F-7D7A4C3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47662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25" name="rect-25">
            <a:extLst xmlns:a="http://schemas.openxmlformats.org/drawingml/2006/main">
              <a:ext uri="{FF2B5EF4-FFF2-40B4-BE49-F238E27FC236}">
                <a16:creationId xmlns:a16="http://schemas.microsoft.com/office/drawing/2014/main" id="{02FA3EF4-CABB-4D16-93BE-03354610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943350"/>
            <a:ext cx="21336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6" name="rect-26">
            <a:extLst xmlns:a="http://schemas.openxmlformats.org/drawingml/2006/main">
              <a:ext uri="{FF2B5EF4-FFF2-40B4-BE49-F238E27FC236}">
                <a16:creationId xmlns:a16="http://schemas.microsoft.com/office/drawing/2014/main" id="{1A07F07B-2BE1-4202-BCF9-D7B0B2F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05325"/>
            <a:ext cx="21336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7" name="rect-27">
            <a:extLst xmlns:a="http://schemas.openxmlformats.org/drawingml/2006/main">
              <a:ext uri="{FF2B5EF4-FFF2-40B4-BE49-F238E27FC236}">
                <a16:creationId xmlns:a16="http://schemas.microsoft.com/office/drawing/2014/main" id="{60D0E3AA-C3F9-4967-8B19-D713512D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67300"/>
            <a:ext cx="2133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8" name="rect-28">
            <a:extLst xmlns:a="http://schemas.openxmlformats.org/drawingml/2006/main">
              <a:ext uri="{FF2B5EF4-FFF2-40B4-BE49-F238E27FC236}">
                <a16:creationId xmlns:a16="http://schemas.microsoft.com/office/drawing/2014/main" id="{A11571D5-4640-415C-B18C-CCB97392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29300"/>
            <a:ext cx="21336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9" name="rect-29">
            <a:extLst xmlns:a="http://schemas.openxmlformats.org/drawingml/2006/main">
              <a:ext uri="{FF2B5EF4-FFF2-40B4-BE49-F238E27FC236}">
                <a16:creationId xmlns:a16="http://schemas.microsoft.com/office/drawing/2014/main" id="{71FC8721-EBA6-476C-B1D0-4D535298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571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30" name="rect-30">
            <a:extLst xmlns:a="http://schemas.openxmlformats.org/drawingml/2006/main">
              <a:ext uri="{FF2B5EF4-FFF2-40B4-BE49-F238E27FC236}">
                <a16:creationId xmlns:a16="http://schemas.microsoft.com/office/drawing/2014/main" id="{650EA6BD-59A9-4908-ACB3-C0CB3A7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191375"/>
            <a:ext cx="1304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31" name="rect-31">
            <a:extLst xmlns:a="http://schemas.openxmlformats.org/drawingml/2006/main">
              <a:ext uri="{FF2B5EF4-FFF2-40B4-BE49-F238E27FC236}">
                <a16:creationId xmlns:a16="http://schemas.microsoft.com/office/drawing/2014/main" id="{16F038AA-15CE-4ED2-BA60-ACA526A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0"/>
            <a:ext cx="2762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2" name="rect-32">
            <a:extLst xmlns:a="http://schemas.openxmlformats.org/drawingml/2006/main">
              <a:ext uri="{FF2B5EF4-FFF2-40B4-BE49-F238E27FC236}">
                <a16:creationId xmlns:a16="http://schemas.microsoft.com/office/drawing/2014/main" id="{C8DE5C7B-E911-435B-9317-56C9684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429500"/>
            <a:ext cx="2476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3" name="rect-33">
            <a:extLst xmlns:a="http://schemas.openxmlformats.org/drawingml/2006/main">
              <a:ext uri="{FF2B5EF4-FFF2-40B4-BE49-F238E27FC236}">
                <a16:creationId xmlns:a16="http://schemas.microsoft.com/office/drawing/2014/main" id="{DF86D2FE-7432-46B1-AB39-0D8F3A7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2950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4" name="rect-34">
            <a:extLst xmlns:a="http://schemas.openxmlformats.org/drawingml/2006/main">
              <a:ext uri="{FF2B5EF4-FFF2-40B4-BE49-F238E27FC236}">
                <a16:creationId xmlns:a16="http://schemas.microsoft.com/office/drawing/2014/main" id="{206FF92B-6F0B-4269-8FB9-51E991E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429500"/>
            <a:ext cx="3095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5" name="path-0-0-0">
            <a:extLst xmlns:a="http://schemas.openxmlformats.org/drawingml/2006/main">
              <a:ext uri="{FF2B5EF4-FFF2-40B4-BE49-F238E27FC236}">
                <a16:creationId xmlns:a16="http://schemas.microsoft.com/office/drawing/2014/main" id="{2430D652-3984-4F88-9DEF-8BCBDAF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28650"/>
            <a:ext cx="5524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36" name="arrow-0-0">
            <a:extLst xmlns:a="http://schemas.openxmlformats.org/drawingml/2006/main">
              <a:ext uri="{FF2B5EF4-FFF2-40B4-BE49-F238E27FC236}">
                <a16:creationId xmlns:a16="http://schemas.microsoft.com/office/drawing/2014/main" id="{6C0C90D0-385A-4EEC-96DA-C3DAD1B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01325" y="5953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37" name="path-1-0-0">
            <a:extLst xmlns:a="http://schemas.openxmlformats.org/drawingml/2006/main">
              <a:ext uri="{FF2B5EF4-FFF2-40B4-BE49-F238E27FC236}">
                <a16:creationId xmlns:a16="http://schemas.microsoft.com/office/drawing/2014/main" id="{BE6E28DF-A503-4B74-AE7A-942C4E7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1733550"/>
            <a:ext cx="523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38" name="arrow-1-0">
            <a:extLst xmlns:a="http://schemas.openxmlformats.org/drawingml/2006/main">
              <a:ext uri="{FF2B5EF4-FFF2-40B4-BE49-F238E27FC236}">
                <a16:creationId xmlns:a16="http://schemas.microsoft.com/office/drawing/2014/main" id="{F8B1D199-751E-4BD3-8658-EA82746A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34200" y="17002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39" name="path-2-0-0">
            <a:extLst xmlns:a="http://schemas.openxmlformats.org/drawingml/2006/main">
              <a:ext uri="{FF2B5EF4-FFF2-40B4-BE49-F238E27FC236}">
                <a16:creationId xmlns:a16="http://schemas.microsoft.com/office/drawing/2014/main" id="{F1FC68AE-F8F6-4988-BF27-AC3E7CC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48625" y="19621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0" name="path-2-0-1">
            <a:extLst xmlns:a="http://schemas.openxmlformats.org/drawingml/2006/main">
              <a:ext uri="{FF2B5EF4-FFF2-40B4-BE49-F238E27FC236}">
                <a16:creationId xmlns:a16="http://schemas.microsoft.com/office/drawing/2014/main" id="{6F8C27C3-738C-4B41-9407-3EFFD0E4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67125" y="2095500"/>
            <a:ext cx="4381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1" name="path-2-0-2">
            <a:extLst xmlns:a="http://schemas.openxmlformats.org/drawingml/2006/main">
              <a:ext uri="{FF2B5EF4-FFF2-40B4-BE49-F238E27FC236}">
                <a16:creationId xmlns:a16="http://schemas.microsoft.com/office/drawing/2014/main" id="{A2FC60BC-3852-4DA1-8512-162FEB9B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095500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2" name="arrow-2-0">
            <a:extLst xmlns:a="http://schemas.openxmlformats.org/drawingml/2006/main">
              <a:ext uri="{FF2B5EF4-FFF2-40B4-BE49-F238E27FC236}">
                <a16:creationId xmlns:a16="http://schemas.microsoft.com/office/drawing/2014/main" id="{B05DDA2D-79F9-4149-91FA-69E9D0C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33788" y="2647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43" name="path-3-0-0">
            <a:extLst xmlns:a="http://schemas.openxmlformats.org/drawingml/2006/main">
              <a:ext uri="{FF2B5EF4-FFF2-40B4-BE49-F238E27FC236}">
                <a16:creationId xmlns:a16="http://schemas.microsoft.com/office/drawing/2014/main" id="{15915243-C886-42D6-A594-2C07667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8550" y="4343400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4" name="arrow-3-0">
            <a:extLst xmlns:a="http://schemas.openxmlformats.org/drawingml/2006/main">
              <a:ext uri="{FF2B5EF4-FFF2-40B4-BE49-F238E27FC236}">
                <a16:creationId xmlns:a16="http://schemas.microsoft.com/office/drawing/2014/main" id="{9804032B-7C2D-4B03-87EB-05FE75A0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05213" y="44386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45" name="path-3-1-0">
            <a:extLst xmlns:a="http://schemas.openxmlformats.org/drawingml/2006/main">
              <a:ext uri="{FF2B5EF4-FFF2-40B4-BE49-F238E27FC236}">
                <a16:creationId xmlns:a16="http://schemas.microsoft.com/office/drawing/2014/main" id="{23C890DE-05EF-4F39-A5FF-3C123EE3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8550" y="4905375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6" name="arrow-3-1">
            <a:extLst xmlns:a="http://schemas.openxmlformats.org/drawingml/2006/main">
              <a:ext uri="{FF2B5EF4-FFF2-40B4-BE49-F238E27FC236}">
                <a16:creationId xmlns:a16="http://schemas.microsoft.com/office/drawing/2014/main" id="{6D34CA55-0D7F-4A2C-A4AE-3C377F25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05213" y="5000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47" name="path-4-0-0">
            <a:extLst xmlns:a="http://schemas.openxmlformats.org/drawingml/2006/main">
              <a:ext uri="{FF2B5EF4-FFF2-40B4-BE49-F238E27FC236}">
                <a16:creationId xmlns:a16="http://schemas.microsoft.com/office/drawing/2014/main" id="{4E963835-BF2E-4C24-A53A-FE33ACCD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8550" y="3286125"/>
            <a:ext cx="9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48" name="arrow-4-0">
            <a:extLst xmlns:a="http://schemas.openxmlformats.org/drawingml/2006/main">
              <a:ext uri="{FF2B5EF4-FFF2-40B4-BE49-F238E27FC236}">
                <a16:creationId xmlns:a16="http://schemas.microsoft.com/office/drawing/2014/main" id="{02847733-D2B6-49F2-96B1-11D36F47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05213" y="3409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49" name="path-4-1-0">
            <a:extLst xmlns:a="http://schemas.openxmlformats.org/drawingml/2006/main">
              <a:ext uri="{FF2B5EF4-FFF2-40B4-BE49-F238E27FC236}">
                <a16:creationId xmlns:a16="http://schemas.microsoft.com/office/drawing/2014/main" id="{19DB3A52-882F-4786-8790-52B0451B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96050" y="3286125"/>
            <a:ext cx="9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50" name="arrow-4-1">
            <a:extLst xmlns:a="http://schemas.openxmlformats.org/drawingml/2006/main">
              <a:ext uri="{FF2B5EF4-FFF2-40B4-BE49-F238E27FC236}">
                <a16:creationId xmlns:a16="http://schemas.microsoft.com/office/drawing/2014/main" id="{53630D03-02A4-4B69-88F8-FD83174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62713" y="3409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51" name="path-5-0-0">
            <a:extLst xmlns:a="http://schemas.openxmlformats.org/drawingml/2006/main">
              <a:ext uri="{FF2B5EF4-FFF2-40B4-BE49-F238E27FC236}">
                <a16:creationId xmlns:a16="http://schemas.microsoft.com/office/drawing/2014/main" id="{FDC56814-BCBA-46E6-8F40-F57A26F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4343400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52" name="arrow-5-0">
            <a:extLst xmlns:a="http://schemas.openxmlformats.org/drawingml/2006/main">
              <a:ext uri="{FF2B5EF4-FFF2-40B4-BE49-F238E27FC236}">
                <a16:creationId xmlns:a16="http://schemas.microsoft.com/office/drawing/2014/main" id="{6FBBC810-E666-4F99-BB7E-2567951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63163" y="44386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53" name="path-5-1-0">
            <a:extLst xmlns:a="http://schemas.openxmlformats.org/drawingml/2006/main">
              <a:ext uri="{FF2B5EF4-FFF2-40B4-BE49-F238E27FC236}">
                <a16:creationId xmlns:a16="http://schemas.microsoft.com/office/drawing/2014/main" id="{AD946759-9414-491F-9449-DBB7561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4905375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54" name="arrow-5-1">
            <a:extLst xmlns:a="http://schemas.openxmlformats.org/drawingml/2006/main">
              <a:ext uri="{FF2B5EF4-FFF2-40B4-BE49-F238E27FC236}">
                <a16:creationId xmlns:a16="http://schemas.microsoft.com/office/drawing/2014/main" id="{EFD5EE70-0418-4768-848F-DB59BE6D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63163" y="5000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55" name="path-5-2-0">
            <a:extLst xmlns:a="http://schemas.openxmlformats.org/drawingml/2006/main">
              <a:ext uri="{FF2B5EF4-FFF2-40B4-BE49-F238E27FC236}">
                <a16:creationId xmlns:a16="http://schemas.microsoft.com/office/drawing/2014/main" id="{AFCADFE9-094B-499F-909B-A1F108E8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56864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56" name="arrow-5-2">
            <a:extLst xmlns:a="http://schemas.openxmlformats.org/drawingml/2006/main">
              <a:ext uri="{FF2B5EF4-FFF2-40B4-BE49-F238E27FC236}">
                <a16:creationId xmlns:a16="http://schemas.microsoft.com/office/drawing/2014/main" id="{81A493ED-84B6-45A0-9BC0-11A61EE3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63163" y="5762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57" name="path-6-0-0">
            <a:extLst xmlns:a="http://schemas.openxmlformats.org/drawingml/2006/main">
              <a:ext uri="{FF2B5EF4-FFF2-40B4-BE49-F238E27FC236}">
                <a16:creationId xmlns:a16="http://schemas.microsoft.com/office/drawing/2014/main" id="{780BF7D6-89F7-4F04-9532-91A0B07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3286125"/>
            <a:ext cx="9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58" name="arrow-6-0">
            <a:extLst xmlns:a="http://schemas.openxmlformats.org/drawingml/2006/main">
              <a:ext uri="{FF2B5EF4-FFF2-40B4-BE49-F238E27FC236}">
                <a16:creationId xmlns:a16="http://schemas.microsoft.com/office/drawing/2014/main" id="{453F55A4-2F03-4DA1-AFE0-0C7C5F5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63163" y="3409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59" name="path-6-1-0">
            <a:extLst xmlns:a="http://schemas.openxmlformats.org/drawingml/2006/main">
              <a:ext uri="{FF2B5EF4-FFF2-40B4-BE49-F238E27FC236}">
                <a16:creationId xmlns:a16="http://schemas.microsoft.com/office/drawing/2014/main" id="{EB780BBE-BE2D-4D18-B58F-8C15D44F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3286125"/>
            <a:ext cx="9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60" name="arrow-6-1">
            <a:extLst xmlns:a="http://schemas.openxmlformats.org/drawingml/2006/main">
              <a:ext uri="{FF2B5EF4-FFF2-40B4-BE49-F238E27FC236}">
                <a16:creationId xmlns:a16="http://schemas.microsoft.com/office/drawing/2014/main" id="{45D1C9AC-F6DB-4B4B-BFC9-0FAA21DF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0663" y="3409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61" name="path-6-2-0">
            <a:extLst xmlns:a="http://schemas.openxmlformats.org/drawingml/2006/main">
              <a:ext uri="{FF2B5EF4-FFF2-40B4-BE49-F238E27FC236}">
                <a16:creationId xmlns:a16="http://schemas.microsoft.com/office/drawing/2014/main" id="{5ADD08C2-ADFC-4F0B-A4C6-0C14806B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4343400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62" name="arrow-6-2">
            <a:extLst xmlns:a="http://schemas.openxmlformats.org/drawingml/2006/main">
              <a:ext uri="{FF2B5EF4-FFF2-40B4-BE49-F238E27FC236}">
                <a16:creationId xmlns:a16="http://schemas.microsoft.com/office/drawing/2014/main" id="{5C114474-403D-4A84-999E-96C4B005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0663" y="44386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63" name="path-6-3-0">
            <a:extLst xmlns:a="http://schemas.openxmlformats.org/drawingml/2006/main">
              <a:ext uri="{FF2B5EF4-FFF2-40B4-BE49-F238E27FC236}">
                <a16:creationId xmlns:a16="http://schemas.microsoft.com/office/drawing/2014/main" id="{30AA5C04-E92C-4D8F-BD60-15602E68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4905375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64" name="arrow-6-3">
            <a:extLst xmlns:a="http://schemas.openxmlformats.org/drawingml/2006/main">
              <a:ext uri="{FF2B5EF4-FFF2-40B4-BE49-F238E27FC236}">
                <a16:creationId xmlns:a16="http://schemas.microsoft.com/office/drawing/2014/main" id="{4DBB22D7-4FBD-45C1-B43A-7E09E7FA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0663" y="5000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65" name="path-6-4-0">
            <a:extLst xmlns:a="http://schemas.openxmlformats.org/drawingml/2006/main">
              <a:ext uri="{FF2B5EF4-FFF2-40B4-BE49-F238E27FC236}">
                <a16:creationId xmlns:a16="http://schemas.microsoft.com/office/drawing/2014/main" id="{8AF9F0FC-8866-4CA7-BA62-25DC531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56864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66" name="arrow-6-4">
            <a:extLst xmlns:a="http://schemas.openxmlformats.org/drawingml/2006/main">
              <a:ext uri="{FF2B5EF4-FFF2-40B4-BE49-F238E27FC236}">
                <a16:creationId xmlns:a16="http://schemas.microsoft.com/office/drawing/2014/main" id="{5E22E3BD-F2BF-425C-B061-EC6C91C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0663" y="5762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67" name="path-7-0-0">
            <a:extLst xmlns:a="http://schemas.openxmlformats.org/drawingml/2006/main">
              <a:ext uri="{FF2B5EF4-FFF2-40B4-BE49-F238E27FC236}">
                <a16:creationId xmlns:a16="http://schemas.microsoft.com/office/drawing/2014/main" id="{C4A6899D-9869-4B77-9EB0-9CB1F74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25375" y="885825"/>
            <a:ext cx="9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68" name="path-7-0-1">
            <a:extLst xmlns:a="http://schemas.openxmlformats.org/drawingml/2006/main">
              <a:ext uri="{FF2B5EF4-FFF2-40B4-BE49-F238E27FC236}">
                <a16:creationId xmlns:a16="http://schemas.microsoft.com/office/drawing/2014/main" id="{8AC41D27-4C03-4969-8C61-C9B39AB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19750" y="1190625"/>
            <a:ext cx="6905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69" name="path-7-0-2">
            <a:extLst xmlns:a="http://schemas.openxmlformats.org/drawingml/2006/main">
              <a:ext uri="{FF2B5EF4-FFF2-40B4-BE49-F238E27FC236}">
                <a16:creationId xmlns:a16="http://schemas.microsoft.com/office/drawing/2014/main" id="{F6D306D1-587F-4DB1-BBBB-21C4814D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1190625"/>
            <a:ext cx="9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0" name="arrow-7-0">
            <a:extLst xmlns:a="http://schemas.openxmlformats.org/drawingml/2006/main">
              <a:ext uri="{FF2B5EF4-FFF2-40B4-BE49-F238E27FC236}">
                <a16:creationId xmlns:a16="http://schemas.microsoft.com/office/drawing/2014/main" id="{E2B6DC38-82B2-48F8-8C90-F18DB9D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86413" y="143827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71" name="path-8-0-0">
            <a:extLst xmlns:a="http://schemas.openxmlformats.org/drawingml/2006/main">
              <a:ext uri="{FF2B5EF4-FFF2-40B4-BE49-F238E27FC236}">
                <a16:creationId xmlns:a16="http://schemas.microsoft.com/office/drawing/2014/main" id="{D5CC00F1-F9EE-4914-A830-38EDC1F4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286125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2" name="path-8-0-1">
            <a:extLst xmlns:a="http://schemas.openxmlformats.org/drawingml/2006/main">
              <a:ext uri="{FF2B5EF4-FFF2-40B4-BE49-F238E27FC236}">
                <a16:creationId xmlns:a16="http://schemas.microsoft.com/office/drawing/2014/main" id="{2AC889D1-2E05-42A8-AC89-FCFB1FB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381375"/>
            <a:ext cx="6429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3" name="path-8-0-2">
            <a:extLst xmlns:a="http://schemas.openxmlformats.org/drawingml/2006/main">
              <a:ext uri="{FF2B5EF4-FFF2-40B4-BE49-F238E27FC236}">
                <a16:creationId xmlns:a16="http://schemas.microsoft.com/office/drawing/2014/main" id="{00D934CA-8CD7-4465-B5D8-4EA49C9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3381375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4" name="arrow-8-0">
            <a:extLst xmlns:a="http://schemas.openxmlformats.org/drawingml/2006/main">
              <a:ext uri="{FF2B5EF4-FFF2-40B4-BE49-F238E27FC236}">
                <a16:creationId xmlns:a16="http://schemas.microsoft.com/office/drawing/2014/main" id="{5B180117-ED44-4E29-B81E-0D3AAE7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63163" y="34099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75" name="path-9-0-0">
            <a:extLst xmlns:a="http://schemas.openxmlformats.org/drawingml/2006/main">
              <a:ext uri="{FF2B5EF4-FFF2-40B4-BE49-F238E27FC236}">
                <a16:creationId xmlns:a16="http://schemas.microsoft.com/office/drawing/2014/main" id="{70340429-67FB-4F05-9A9E-260F02F9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6134100"/>
            <a:ext cx="9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6" name="path-9-0-1">
            <a:extLst xmlns:a="http://schemas.openxmlformats.org/drawingml/2006/main">
              <a:ext uri="{FF2B5EF4-FFF2-40B4-BE49-F238E27FC236}">
                <a16:creationId xmlns:a16="http://schemas.microsoft.com/office/drawing/2014/main" id="{98E87ED7-89E2-48C8-95E3-187F12AD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0" y="6477000"/>
            <a:ext cx="457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7" name="path-9-0-2">
            <a:extLst xmlns:a="http://schemas.openxmlformats.org/drawingml/2006/main">
              <a:ext uri="{FF2B5EF4-FFF2-40B4-BE49-F238E27FC236}">
                <a16:creationId xmlns:a16="http://schemas.microsoft.com/office/drawing/2014/main" id="{32323C01-2F21-4FA5-AECE-E711611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68500" y="1000125"/>
            <a:ext cx="95" cy="547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8" name="path-9-0-3">
            <a:extLst xmlns:a="http://schemas.openxmlformats.org/drawingml/2006/main">
              <a:ext uri="{FF2B5EF4-FFF2-40B4-BE49-F238E27FC236}">
                <a16:creationId xmlns:a16="http://schemas.microsoft.com/office/drawing/2014/main" id="{845CE7A1-ECD3-4FE3-A45F-6559642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38550" y="1000125"/>
            <a:ext cx="11029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79" name="path-9-0-4">
            <a:extLst xmlns:a="http://schemas.openxmlformats.org/drawingml/2006/main">
              <a:ext uri="{FF2B5EF4-FFF2-40B4-BE49-F238E27FC236}">
                <a16:creationId xmlns:a16="http://schemas.microsoft.com/office/drawing/2014/main" id="{6C29830B-C935-40AC-AC82-13AFC11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38550" y="866775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1818"/>
            </a:solidFill>
            <a:prstDash val="solid"/>
          </a:ln>
        </p:spPr>
      </p:sp>
      <p:sp>
        <p:nvSpPr>
          <p:cNvPr id="80" name="arrow-9-0">
            <a:extLst xmlns:a="http://schemas.openxmlformats.org/drawingml/2006/main">
              <a:ext uri="{FF2B5EF4-FFF2-40B4-BE49-F238E27FC236}">
                <a16:creationId xmlns:a16="http://schemas.microsoft.com/office/drawing/2014/main" id="{418C046E-28D5-4AF5-B158-E4D9E05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5213" y="86677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81" name="path-10-0-0">
            <a:extLst xmlns:a="http://schemas.openxmlformats.org/drawingml/2006/main">
              <a:ext uri="{FF2B5EF4-FFF2-40B4-BE49-F238E27FC236}">
                <a16:creationId xmlns:a16="http://schemas.microsoft.com/office/drawing/2014/main" id="{ECA53150-A271-42E3-BB6B-C9A4FAE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15125" y="6238875"/>
            <a:ext cx="9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51F2E"/>
            </a:solidFill>
            <a:prstDash val="dash"/>
          </a:ln>
        </p:spPr>
      </p:sp>
      <p:sp>
        <p:nvSpPr>
          <p:cNvPr id="82" name="path-10-0-1">
            <a:extLst xmlns:a="http://schemas.openxmlformats.org/drawingml/2006/main">
              <a:ext uri="{FF2B5EF4-FFF2-40B4-BE49-F238E27FC236}">
                <a16:creationId xmlns:a16="http://schemas.microsoft.com/office/drawing/2014/main" id="{4B8A1009-9C74-40D9-BEE1-1962A85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496050" y="6238875"/>
            <a:ext cx="219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51F2E"/>
            </a:solidFill>
            <a:prstDash val="dash"/>
          </a:ln>
        </p:spPr>
      </p:sp>
      <p:sp>
        <p:nvSpPr>
          <p:cNvPr id="83" name="path-10-0-2">
            <a:extLst xmlns:a="http://schemas.openxmlformats.org/drawingml/2006/main">
              <a:ext uri="{FF2B5EF4-FFF2-40B4-BE49-F238E27FC236}">
                <a16:creationId xmlns:a16="http://schemas.microsoft.com/office/drawing/2014/main" id="{976951A9-1E8E-4F51-801C-5C223AA8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96050" y="5686425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51F2E"/>
            </a:solidFill>
            <a:prstDash val="dash"/>
          </a:ln>
        </p:spPr>
      </p:sp>
      <p:sp>
        <p:nvSpPr>
          <p:cNvPr id="84" name="arrow-10-0">
            <a:extLst xmlns:a="http://schemas.openxmlformats.org/drawingml/2006/main">
              <a:ext uri="{FF2B5EF4-FFF2-40B4-BE49-F238E27FC236}">
                <a16:creationId xmlns:a16="http://schemas.microsoft.com/office/drawing/2014/main" id="{6054025A-C506-4CD9-88C9-5D398FC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713" y="56864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85" name="explicit-line-0">
            <a:extLst xmlns:a="http://schemas.openxmlformats.org/drawingml/2006/main">
              <a:ext uri="{FF2B5EF4-FFF2-40B4-BE49-F238E27FC236}">
                <a16:creationId xmlns:a16="http://schemas.microsoft.com/office/drawing/2014/main" id="{3996FBC5-EC05-45EB-9C8E-A4E8535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2828925"/>
            <a:ext cx="9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86" name="explicit-line-1">
            <a:extLst xmlns:a="http://schemas.openxmlformats.org/drawingml/2006/main">
              <a:ext uri="{FF2B5EF4-FFF2-40B4-BE49-F238E27FC236}">
                <a16:creationId xmlns:a16="http://schemas.microsoft.com/office/drawing/2014/main" id="{07F0C04F-5880-4F11-9210-8E74808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76900" y="4991100"/>
            <a:ext cx="165735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B51F2E"/>
            </a:solidFill>
            <a:prstDash val="solid"/>
          </a:ln>
        </p:spPr>
      </p:sp>
      <p:sp>
        <p:nvSpPr>
          <p:cNvPr id="87" name="explicit-line-2">
            <a:extLst xmlns:a="http://schemas.openxmlformats.org/drawingml/2006/main">
              <a:ext uri="{FF2B5EF4-FFF2-40B4-BE49-F238E27FC236}">
                <a16:creationId xmlns:a16="http://schemas.microsoft.com/office/drawing/2014/main" id="{F75A2A7D-CF82-4FFA-B764-659DF516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76900" y="4991100"/>
            <a:ext cx="165735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B51F2E"/>
            </a:solidFill>
            <a:prstDash val="solid"/>
          </a:ln>
        </p:spPr>
      </p:sp>
      <p:sp>
        <p:nvSpPr>
          <p:cNvPr id="88" name="explicit-line-3">
            <a:extLst xmlns:a="http://schemas.openxmlformats.org/drawingml/2006/main">
              <a:ext uri="{FF2B5EF4-FFF2-40B4-BE49-F238E27FC236}">
                <a16:creationId xmlns:a16="http://schemas.microsoft.com/office/drawing/2014/main" id="{C00C9ED8-01C8-499C-848F-419FC6F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20500" y="2828925"/>
            <a:ext cx="9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89" name="text-0-服务化框架">
            <a:extLst xmlns:a="http://schemas.openxmlformats.org/drawingml/2006/main">
              <a:ext uri="{FF2B5EF4-FFF2-40B4-BE49-F238E27FC236}">
                <a16:creationId xmlns:a16="http://schemas.microsoft.com/office/drawing/2014/main" id="{1D669240-BDC8-4D34-B2CE-21C9688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402336"/>
            <a:ext cx="152114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服务化框架</a:t>
            </a:r>
          </a:p>
        </p:txBody>
      </p:sp>
      <p:sp>
        <p:nvSpPr>
          <p:cNvPr id="90" name="text-1-AIBrix / llm-d">
            <a:extLst xmlns:a="http://schemas.openxmlformats.org/drawingml/2006/main">
              <a:ext uri="{FF2B5EF4-FFF2-40B4-BE49-F238E27FC236}">
                <a16:creationId xmlns:a16="http://schemas.microsoft.com/office/drawing/2014/main" id="{896028B3-5556-4F95-A40C-76B401FB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183" y="440436"/>
            <a:ext cx="214673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AIBrix / llm-d</a:t>
            </a:r>
          </a:p>
        </p:txBody>
      </p:sp>
      <p:sp>
        <p:nvSpPr>
          <p:cNvPr id="91" name="text-2-SGLang 实例">
            <a:extLst xmlns:a="http://schemas.openxmlformats.org/drawingml/2006/main">
              <a:ext uri="{FF2B5EF4-FFF2-40B4-BE49-F238E27FC236}">
                <a16:creationId xmlns:a16="http://schemas.microsoft.com/office/drawing/2014/main" id="{0D1924F7-8EB7-48A7-8E8C-DA1C69C6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8304" y="398526"/>
            <a:ext cx="1414142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SGLang 实例</a:t>
            </a:r>
          </a:p>
        </p:txBody>
      </p:sp>
      <p:sp>
        <p:nvSpPr>
          <p:cNvPr id="92" name="text-3-HTTP endpoint + health">
            <a:extLst xmlns:a="http://schemas.openxmlformats.org/drawingml/2006/main">
              <a:ext uri="{FF2B5EF4-FFF2-40B4-BE49-F238E27FC236}">
                <a16:creationId xmlns:a16="http://schemas.microsoft.com/office/drawing/2014/main" id="{EEEB3F7C-6C09-4AA5-84D2-8F39543E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1553" y="640080"/>
            <a:ext cx="218764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1818"/>
                </a:solidFill>
              </a:defRPr>
            </a:pPr>
            <a:r>
              <a:rPr sz="1125" b="0">
                <a:solidFill>
                  <a:srgbClr val="181818"/>
                </a:solidFill>
              </a:rPr>
              <a:t>HTTP endpoint + health</a:t>
            </a:r>
          </a:p>
        </p:txBody>
      </p:sp>
      <p:sp>
        <p:nvSpPr>
          <p:cNvPr id="93" name="text-4-request / health">
            <a:extLst xmlns:a="http://schemas.openxmlformats.org/drawingml/2006/main">
              <a:ext uri="{FF2B5EF4-FFF2-40B4-BE49-F238E27FC236}">
                <a16:creationId xmlns:a16="http://schemas.microsoft.com/office/drawing/2014/main" id="{D3FC9BC2-3B8D-4E38-A7E6-7038C106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04241"/>
            <a:ext cx="142673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request / health</a:t>
            </a:r>
          </a:p>
        </p:txBody>
      </p:sp>
      <p:sp>
        <p:nvSpPr>
          <p:cNvPr id="94" name="text-5-引擎层">
            <a:extLst xmlns:a="http://schemas.openxmlformats.org/drawingml/2006/main">
              <a:ext uri="{FF2B5EF4-FFF2-40B4-BE49-F238E27FC236}">
                <a16:creationId xmlns:a16="http://schemas.microsoft.com/office/drawing/2014/main" id="{8E601B7A-E121-422E-8E1E-954AAFB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1373886"/>
            <a:ext cx="1004126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引擎层</a:t>
            </a:r>
          </a:p>
        </p:txBody>
      </p:sp>
      <p:sp>
        <p:nvSpPr>
          <p:cNvPr id="95" name="text-6-HTTPServer">
            <a:extLst xmlns:a="http://schemas.openxmlformats.org/drawingml/2006/main">
              <a:ext uri="{FF2B5EF4-FFF2-40B4-BE49-F238E27FC236}">
                <a16:creationId xmlns:a16="http://schemas.microsoft.com/office/drawing/2014/main" id="{0836B77B-73BA-4346-9378-CA52800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8633" y="1598676"/>
            <a:ext cx="142223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HTTPServer</a:t>
            </a:r>
          </a:p>
        </p:txBody>
      </p:sp>
      <p:sp>
        <p:nvSpPr>
          <p:cNvPr id="96" name="text-7-TokenizerManager">
            <a:extLst xmlns:a="http://schemas.openxmlformats.org/drawingml/2006/main">
              <a:ext uri="{FF2B5EF4-FFF2-40B4-BE49-F238E27FC236}">
                <a16:creationId xmlns:a16="http://schemas.microsoft.com/office/drawing/2014/main" id="{1A181EF3-C237-41A3-85CD-7B14E03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110" y="1598676"/>
            <a:ext cx="201702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TokenizerManager</a:t>
            </a:r>
          </a:p>
        </p:txBody>
      </p:sp>
      <p:sp>
        <p:nvSpPr>
          <p:cNvPr id="97" name="text-8-Node 0">
            <a:extLst xmlns:a="http://schemas.openxmlformats.org/drawingml/2006/main">
              <a:ext uri="{FF2B5EF4-FFF2-40B4-BE49-F238E27FC236}">
                <a16:creationId xmlns:a16="http://schemas.microsoft.com/office/drawing/2014/main" id="{C88003E3-B7C0-40EC-8867-18E5FF2C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307336"/>
            <a:ext cx="1060997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Node 0</a:t>
            </a:r>
          </a:p>
        </p:txBody>
      </p:sp>
      <p:sp>
        <p:nvSpPr>
          <p:cNvPr id="98" name="text-9-DataParallelController 0">
            <a:extLst xmlns:a="http://schemas.openxmlformats.org/drawingml/2006/main">
              <a:ext uri="{FF2B5EF4-FFF2-40B4-BE49-F238E27FC236}">
                <a16:creationId xmlns:a16="http://schemas.microsoft.com/office/drawing/2014/main" id="{F860A014-6477-4DA3-8C58-3DC4AAA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642" y="2875026"/>
            <a:ext cx="2886967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DataParallelController 0</a:t>
            </a:r>
          </a:p>
        </p:txBody>
      </p:sp>
      <p:sp>
        <p:nvSpPr>
          <p:cNvPr id="99" name="text-10-Local Watchdog 0">
            <a:extLst xmlns:a="http://schemas.openxmlformats.org/drawingml/2006/main">
              <a:ext uri="{FF2B5EF4-FFF2-40B4-BE49-F238E27FC236}">
                <a16:creationId xmlns:a16="http://schemas.microsoft.com/office/drawing/2014/main" id="{464D3EC4-600C-4E2D-9345-3D55600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128" y="2875026"/>
            <a:ext cx="194824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Local Watchdog 0</a:t>
            </a:r>
          </a:p>
        </p:txBody>
      </p:sp>
      <p:sp>
        <p:nvSpPr>
          <p:cNvPr id="100" name="text-11-DP0 · HEALTHY">
            <a:extLst xmlns:a="http://schemas.openxmlformats.org/drawingml/2006/main">
              <a:ext uri="{FF2B5EF4-FFF2-40B4-BE49-F238E27FC236}">
                <a16:creationId xmlns:a16="http://schemas.microsoft.com/office/drawing/2014/main" id="{6A35DF22-049A-4627-868B-60052E6F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503" y="3517011"/>
            <a:ext cx="2188094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DP0 · HEALTHY</a:t>
            </a:r>
          </a:p>
        </p:txBody>
      </p:sp>
      <p:sp>
        <p:nvSpPr>
          <p:cNvPr id="101" name="text-12-Scheduler DP0">
            <a:extLst xmlns:a="http://schemas.openxmlformats.org/drawingml/2006/main">
              <a:ext uri="{FF2B5EF4-FFF2-40B4-BE49-F238E27FC236}">
                <a16:creationId xmlns:a16="http://schemas.microsoft.com/office/drawing/2014/main" id="{565FF6DE-E60D-4721-BEF1-53F0659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5930" y="4008501"/>
            <a:ext cx="168523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 DP0</a:t>
            </a:r>
          </a:p>
        </p:txBody>
      </p:sp>
      <p:sp>
        <p:nvSpPr>
          <p:cNvPr id="102" name="text-13-ModelRunner">
            <a:extLst xmlns:a="http://schemas.openxmlformats.org/drawingml/2006/main">
              <a:ext uri="{FF2B5EF4-FFF2-40B4-BE49-F238E27FC236}">
                <a16:creationId xmlns:a16="http://schemas.microsoft.com/office/drawing/2014/main" id="{AFEF43FD-3F63-4E16-B812-13BFE64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3155" y="4570476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ModelRunner</a:t>
            </a:r>
          </a:p>
        </p:txBody>
      </p:sp>
      <p:sp>
        <p:nvSpPr>
          <p:cNvPr id="103" name="text-14-GPU0 / Rank0">
            <a:extLst xmlns:a="http://schemas.openxmlformats.org/drawingml/2006/main">
              <a:ext uri="{FF2B5EF4-FFF2-40B4-BE49-F238E27FC236}">
                <a16:creationId xmlns:a16="http://schemas.microsoft.com/office/drawing/2014/main" id="{8508E413-C28D-4C92-85C1-E8AD1620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577" y="5237226"/>
            <a:ext cx="157194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GPU0 / Rank0</a:t>
            </a:r>
          </a:p>
        </p:txBody>
      </p:sp>
      <p:sp>
        <p:nvSpPr>
          <p:cNvPr id="104" name="text-15-DP1 · ISOLATED">
            <a:extLst xmlns:a="http://schemas.openxmlformats.org/drawingml/2006/main">
              <a:ext uri="{FF2B5EF4-FFF2-40B4-BE49-F238E27FC236}">
                <a16:creationId xmlns:a16="http://schemas.microsoft.com/office/drawing/2014/main" id="{09E5ADF0-3349-4327-A81B-7CF004E4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9280" y="3517011"/>
            <a:ext cx="235354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77777"/>
                </a:solidFill>
              </a:defRPr>
            </a:pPr>
            <a:r>
              <a:rPr sz="1725" b="1">
                <a:solidFill>
                  <a:srgbClr val="777777"/>
                </a:solidFill>
              </a:rPr>
              <a:t>DP1 · ISOLATED</a:t>
            </a:r>
          </a:p>
        </p:txBody>
      </p:sp>
      <p:sp>
        <p:nvSpPr>
          <p:cNvPr id="105" name="text-16-Scheduler DP1">
            <a:extLst xmlns:a="http://schemas.openxmlformats.org/drawingml/2006/main">
              <a:ext uri="{FF2B5EF4-FFF2-40B4-BE49-F238E27FC236}">
                <a16:creationId xmlns:a16="http://schemas.microsoft.com/office/drawing/2014/main" id="{1B0AC695-3A50-430A-91FD-C1B92948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3430" y="4008501"/>
            <a:ext cx="168523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Scheduler DP1</a:t>
            </a:r>
          </a:p>
        </p:txBody>
      </p:sp>
      <p:sp>
        <p:nvSpPr>
          <p:cNvPr id="106" name="text-17-ModelRunner">
            <a:extLst xmlns:a="http://schemas.openxmlformats.org/drawingml/2006/main">
              <a:ext uri="{FF2B5EF4-FFF2-40B4-BE49-F238E27FC236}">
                <a16:creationId xmlns:a16="http://schemas.microsoft.com/office/drawing/2014/main" id="{ED756C68-CA5B-49F9-8F18-C5F0CA6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655" y="4570476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ModelRunner</a:t>
            </a:r>
          </a:p>
        </p:txBody>
      </p:sp>
      <p:sp>
        <p:nvSpPr>
          <p:cNvPr id="107" name="text-18-GPU1 / Rank1">
            <a:extLst xmlns:a="http://schemas.openxmlformats.org/drawingml/2006/main">
              <a:ext uri="{FF2B5EF4-FFF2-40B4-BE49-F238E27FC236}">
                <a16:creationId xmlns:a16="http://schemas.microsoft.com/office/drawing/2014/main" id="{B2CE2EE5-5552-4FEB-986C-5AE0CDEA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077" y="5141976"/>
            <a:ext cx="157194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GPU1 / Rank1</a:t>
            </a:r>
          </a:p>
        </p:txBody>
      </p:sp>
      <p:sp>
        <p:nvSpPr>
          <p:cNvPr id="108" name="text-19-FAILED">
            <a:extLst xmlns:a="http://schemas.openxmlformats.org/drawingml/2006/main">
              <a:ext uri="{FF2B5EF4-FFF2-40B4-BE49-F238E27FC236}">
                <a16:creationId xmlns:a16="http://schemas.microsoft.com/office/drawing/2014/main" id="{FD952D8B-CA5B-4835-9DE4-3752FCA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8052" y="5402580"/>
            <a:ext cx="87599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FAILED</a:t>
            </a:r>
          </a:p>
        </p:txBody>
      </p:sp>
      <p:sp>
        <p:nvSpPr>
          <p:cNvPr id="109" name="text-20-Node 1">
            <a:extLst xmlns:a="http://schemas.openxmlformats.org/drawingml/2006/main">
              <a:ext uri="{FF2B5EF4-FFF2-40B4-BE49-F238E27FC236}">
                <a16:creationId xmlns:a16="http://schemas.microsoft.com/office/drawing/2014/main" id="{54B88CF3-8AEC-427C-8A3D-1D314A62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2307336"/>
            <a:ext cx="1060997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Node 1</a:t>
            </a:r>
          </a:p>
        </p:txBody>
      </p:sp>
      <p:sp>
        <p:nvSpPr>
          <p:cNvPr id="110" name="text-21-DataParallelController 1">
            <a:extLst xmlns:a="http://schemas.openxmlformats.org/drawingml/2006/main">
              <a:ext uri="{FF2B5EF4-FFF2-40B4-BE49-F238E27FC236}">
                <a16:creationId xmlns:a16="http://schemas.microsoft.com/office/drawing/2014/main" id="{16CA0DBD-DCB4-4485-B968-8BF4D824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1142" y="2875026"/>
            <a:ext cx="2886967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DataParallelController 1</a:t>
            </a:r>
          </a:p>
        </p:txBody>
      </p:sp>
      <p:sp>
        <p:nvSpPr>
          <p:cNvPr id="111" name="text-22-Local Watchdog 1">
            <a:extLst xmlns:a="http://schemas.openxmlformats.org/drawingml/2006/main">
              <a:ext uri="{FF2B5EF4-FFF2-40B4-BE49-F238E27FC236}">
                <a16:creationId xmlns:a16="http://schemas.microsoft.com/office/drawing/2014/main" id="{F0F0C4AB-5A55-4998-86E0-2502975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9878" y="2875026"/>
            <a:ext cx="194824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Local Watchdog 1</a:t>
            </a:r>
          </a:p>
        </p:txBody>
      </p:sp>
      <p:sp>
        <p:nvSpPr>
          <p:cNvPr id="112" name="text-23-DP2 · REQUEST">
            <a:extLst xmlns:a="http://schemas.openxmlformats.org/drawingml/2006/main">
              <a:ext uri="{FF2B5EF4-FFF2-40B4-BE49-F238E27FC236}">
                <a16:creationId xmlns:a16="http://schemas.microsoft.com/office/drawing/2014/main" id="{BB11AE0E-CF14-4DDE-A981-5A64620C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2453" y="3517011"/>
            <a:ext cx="2188094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DP2 · REQUEST</a:t>
            </a:r>
          </a:p>
        </p:txBody>
      </p:sp>
      <p:sp>
        <p:nvSpPr>
          <p:cNvPr id="113" name="text-24-Scheduler DP2">
            <a:extLst xmlns:a="http://schemas.openxmlformats.org/drawingml/2006/main">
              <a:ext uri="{FF2B5EF4-FFF2-40B4-BE49-F238E27FC236}">
                <a16:creationId xmlns:a16="http://schemas.microsoft.com/office/drawing/2014/main" id="{AFD4EE79-587B-426A-ADF5-4EBF64D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3880" y="4008501"/>
            <a:ext cx="168523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 DP2</a:t>
            </a:r>
          </a:p>
        </p:txBody>
      </p:sp>
      <p:sp>
        <p:nvSpPr>
          <p:cNvPr id="114" name="text-25-ModelRunner">
            <a:extLst xmlns:a="http://schemas.openxmlformats.org/drawingml/2006/main">
              <a:ext uri="{FF2B5EF4-FFF2-40B4-BE49-F238E27FC236}">
                <a16:creationId xmlns:a16="http://schemas.microsoft.com/office/drawing/2014/main" id="{85C74402-42CB-4308-9B19-5BC46CE7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1105" y="4570476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ModelRunner</a:t>
            </a:r>
          </a:p>
        </p:txBody>
      </p:sp>
      <p:sp>
        <p:nvSpPr>
          <p:cNvPr id="115" name="text-26-GPU2 / Rank2">
            <a:extLst xmlns:a="http://schemas.openxmlformats.org/drawingml/2006/main">
              <a:ext uri="{FF2B5EF4-FFF2-40B4-BE49-F238E27FC236}">
                <a16:creationId xmlns:a16="http://schemas.microsoft.com/office/drawing/2014/main" id="{2215340E-AA93-4518-8CEE-C6ECFB4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527" y="5237226"/>
            <a:ext cx="157194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GPU2 / Rank2</a:t>
            </a:r>
          </a:p>
        </p:txBody>
      </p:sp>
      <p:sp>
        <p:nvSpPr>
          <p:cNvPr id="116" name="text-27-Result">
            <a:extLst xmlns:a="http://schemas.openxmlformats.org/drawingml/2006/main">
              <a:ext uri="{FF2B5EF4-FFF2-40B4-BE49-F238E27FC236}">
                <a16:creationId xmlns:a16="http://schemas.microsoft.com/office/drawing/2014/main" id="{A630FD53-B3C4-4639-8CFD-EC8C8D7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341" y="5846826"/>
            <a:ext cx="90431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Result</a:t>
            </a:r>
          </a:p>
        </p:txBody>
      </p:sp>
      <p:sp>
        <p:nvSpPr>
          <p:cNvPr id="117" name="text-28-DP3 · HEALTHY">
            <a:extLst xmlns:a="http://schemas.openxmlformats.org/drawingml/2006/main">
              <a:ext uri="{FF2B5EF4-FFF2-40B4-BE49-F238E27FC236}">
                <a16:creationId xmlns:a16="http://schemas.microsoft.com/office/drawing/2014/main" id="{531D04B4-B1AE-4DAB-9DB8-440469A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9953" y="3517011"/>
            <a:ext cx="2188094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DP3 · HEALTHY</a:t>
            </a:r>
          </a:p>
        </p:txBody>
      </p:sp>
      <p:sp>
        <p:nvSpPr>
          <p:cNvPr id="118" name="text-29-Scheduler DP3">
            <a:extLst xmlns:a="http://schemas.openxmlformats.org/drawingml/2006/main">
              <a:ext uri="{FF2B5EF4-FFF2-40B4-BE49-F238E27FC236}">
                <a16:creationId xmlns:a16="http://schemas.microsoft.com/office/drawing/2014/main" id="{9AE3A968-4718-4FB1-B6AE-2721590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1380" y="4008501"/>
            <a:ext cx="168523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 DP3</a:t>
            </a:r>
          </a:p>
        </p:txBody>
      </p:sp>
      <p:sp>
        <p:nvSpPr>
          <p:cNvPr id="119" name="text-30-ModelRunner">
            <a:extLst xmlns:a="http://schemas.openxmlformats.org/drawingml/2006/main">
              <a:ext uri="{FF2B5EF4-FFF2-40B4-BE49-F238E27FC236}">
                <a16:creationId xmlns:a16="http://schemas.microsoft.com/office/drawing/2014/main" id="{B953A280-183F-41DE-9A57-B0375C4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05" y="4570476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ModelRunner</a:t>
            </a:r>
          </a:p>
        </p:txBody>
      </p:sp>
      <p:sp>
        <p:nvSpPr>
          <p:cNvPr id="120" name="text-31-GPU3 / Rank3">
            <a:extLst xmlns:a="http://schemas.openxmlformats.org/drawingml/2006/main">
              <a:ext uri="{FF2B5EF4-FFF2-40B4-BE49-F238E27FC236}">
                <a16:creationId xmlns:a16="http://schemas.microsoft.com/office/drawing/2014/main" id="{42714B38-91F8-44A3-86FB-1621697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8027" y="5237226"/>
            <a:ext cx="157194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GPU3 / Rank3</a:t>
            </a:r>
          </a:p>
        </p:txBody>
      </p:sp>
      <p:sp>
        <p:nvSpPr>
          <p:cNvPr id="121" name="text-32-idle / collective">
            <a:extLst xmlns:a="http://schemas.openxmlformats.org/drawingml/2006/main">
              <a:ext uri="{FF2B5EF4-FFF2-40B4-BE49-F238E27FC236}">
                <a16:creationId xmlns:a16="http://schemas.microsoft.com/office/drawing/2014/main" id="{44A1B568-52A3-43D4-A827-56EB4FD4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2951" y="5878830"/>
            <a:ext cx="170209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1818"/>
                </a:solidFill>
              </a:defRPr>
            </a:pPr>
            <a:r>
              <a:rPr sz="1125" b="0">
                <a:solidFill>
                  <a:srgbClr val="181818"/>
                </a:solidFill>
              </a:rPr>
              <a:t>idle / collective</a:t>
            </a:r>
          </a:p>
        </p:txBody>
      </p:sp>
      <p:sp>
        <p:nvSpPr>
          <p:cNvPr id="122" name="text-33-request">
            <a:extLst xmlns:a="http://schemas.openxmlformats.org/drawingml/2006/main">
              <a:ext uri="{FF2B5EF4-FFF2-40B4-BE49-F238E27FC236}">
                <a16:creationId xmlns:a16="http://schemas.microsoft.com/office/drawing/2014/main" id="{754E55D7-5DF6-4D6A-9C5D-99B0A69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994791"/>
            <a:ext cx="780909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request</a:t>
            </a:r>
          </a:p>
        </p:txBody>
      </p:sp>
      <p:sp>
        <p:nvSpPr>
          <p:cNvPr id="123" name="text-34-route → DP2">
            <a:extLst xmlns:a="http://schemas.openxmlformats.org/drawingml/2006/main">
              <a:ext uri="{FF2B5EF4-FFF2-40B4-BE49-F238E27FC236}">
                <a16:creationId xmlns:a16="http://schemas.microsoft.com/office/drawing/2014/main" id="{7B60368D-597D-42DB-B64F-2860454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3185541"/>
            <a:ext cx="114327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route → DP2</a:t>
            </a:r>
          </a:p>
        </p:txBody>
      </p:sp>
      <p:sp>
        <p:nvSpPr>
          <p:cNvPr id="124" name="text-35-result">
            <a:extLst xmlns:a="http://schemas.openxmlformats.org/drawingml/2006/main">
              <a:ext uri="{FF2B5EF4-FFF2-40B4-BE49-F238E27FC236}">
                <a16:creationId xmlns:a16="http://schemas.microsoft.com/office/drawing/2014/main" id="{1AD0AD95-4FE1-474F-8EB0-F4C07DB5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25" y="6271641"/>
            <a:ext cx="702008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result</a:t>
            </a:r>
          </a:p>
        </p:txBody>
      </p:sp>
      <p:sp>
        <p:nvSpPr>
          <p:cNvPr id="125" name="text-36-DP1′ replacement / rejoi">
            <a:extLst xmlns:a="http://schemas.openxmlformats.org/drawingml/2006/main">
              <a:ext uri="{FF2B5EF4-FFF2-40B4-BE49-F238E27FC236}">
                <a16:creationId xmlns:a16="http://schemas.microsoft.com/office/drawing/2014/main" id="{DDCD27F5-7084-487E-8E7B-69BB5E81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110" y="6456426"/>
            <a:ext cx="298003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DP1′ replacement / rejoin</a:t>
            </a:r>
          </a:p>
        </p:txBody>
      </p:sp>
      <p:sp>
        <p:nvSpPr>
          <p:cNvPr id="126" name="text-37-通信 Backend">
            <a:extLst xmlns:a="http://schemas.openxmlformats.org/drawingml/2006/main">
              <a:ext uri="{FF2B5EF4-FFF2-40B4-BE49-F238E27FC236}">
                <a16:creationId xmlns:a16="http://schemas.microsoft.com/office/drawing/2014/main" id="{98414513-6944-4714-8B25-DCF6CCBF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7336536"/>
            <a:ext cx="183135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通信 Backend</a:t>
            </a:r>
          </a:p>
        </p:txBody>
      </p:sp>
      <p:sp>
        <p:nvSpPr>
          <p:cNvPr id="127" name="text-38-Active-rank Process Grou">
            <a:extLst xmlns:a="http://schemas.openxmlformats.org/drawingml/2006/main">
              <a:ext uri="{FF2B5EF4-FFF2-40B4-BE49-F238E27FC236}">
                <a16:creationId xmlns:a16="http://schemas.microsoft.com/office/drawing/2014/main" id="{8E7EF5C7-DAF3-4F6A-9B40-C42ED29B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8513" y="7475601"/>
            <a:ext cx="293147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Active-rank Process Group</a:t>
            </a:r>
          </a:p>
        </p:txBody>
      </p:sp>
      <p:sp>
        <p:nvSpPr>
          <p:cNvPr id="128" name="text-39-active_ranks=[1,0,1,1]">
            <a:extLst xmlns:a="http://schemas.openxmlformats.org/drawingml/2006/main">
              <a:ext uri="{FF2B5EF4-FFF2-40B4-BE49-F238E27FC236}">
                <a16:creationId xmlns:a16="http://schemas.microsoft.com/office/drawing/2014/main" id="{8E11014C-9777-4BBB-B767-60D5B12C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813" y="7748016"/>
            <a:ext cx="2022874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active_ranks=[1,0,1,1]</a:t>
            </a:r>
          </a:p>
        </p:txBody>
      </p:sp>
      <p:sp>
        <p:nvSpPr>
          <p:cNvPr id="129" name="text-40-Masked Collective">
            <a:extLst xmlns:a="http://schemas.openxmlformats.org/drawingml/2006/main">
              <a:ext uri="{FF2B5EF4-FFF2-40B4-BE49-F238E27FC236}">
                <a16:creationId xmlns:a16="http://schemas.microsoft.com/office/drawing/2014/main" id="{2FC5DEF5-AA5B-4B48-A0B0-E35A5145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3741" y="7570851"/>
            <a:ext cx="208176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Masked Collective</a:t>
            </a:r>
          </a:p>
        </p:txBody>
      </p:sp>
      <p:sp>
        <p:nvSpPr>
          <p:cNvPr id="130" name="text-41-MoE Dispatch / Combine">
            <a:extLst xmlns:a="http://schemas.openxmlformats.org/drawingml/2006/main">
              <a:ext uri="{FF2B5EF4-FFF2-40B4-BE49-F238E27FC236}">
                <a16:creationId xmlns:a16="http://schemas.microsoft.com/office/drawing/2014/main" id="{1D34BEDC-CDCC-4C51-B615-80E57C77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2898" y="7475601"/>
            <a:ext cx="257945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MoE Dispatch / Combine</a:t>
            </a:r>
          </a:p>
        </p:txBody>
      </p:sp>
      <p:sp>
        <p:nvSpPr>
          <p:cNvPr id="131" name="text-42-skip inactive rank">
            <a:extLst xmlns:a="http://schemas.openxmlformats.org/drawingml/2006/main">
              <a:ext uri="{FF2B5EF4-FFF2-40B4-BE49-F238E27FC236}">
                <a16:creationId xmlns:a16="http://schemas.microsoft.com/office/drawing/2014/main" id="{8F390D13-11A9-4D36-829E-CD2F86FF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0358" y="7748016"/>
            <a:ext cx="1584533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skip inactive rank</a:t>
            </a:r>
          </a:p>
        </p:txBody>
      </p:sp>
      <p:sp>
        <p:nvSpPr>
          <p:cNvPr id="132" name="text-43-Rank Isolation / Rejoin">
            <a:extLst xmlns:a="http://schemas.openxmlformats.org/drawingml/2006/main">
              <a:ext uri="{FF2B5EF4-FFF2-40B4-BE49-F238E27FC236}">
                <a16:creationId xmlns:a16="http://schemas.microsoft.com/office/drawing/2014/main" id="{E8C9AB17-310E-4F74-8178-1E508C7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190" y="7570851"/>
            <a:ext cx="2668471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Rank Isolation / Rejoin</a:t>
            </a:r>
          </a:p>
        </p:txBody>
      </p:sp>
    </p:spTree>
    <p:extLst>
      <p:ext uri="{BB962C8B-B14F-4D97-AF65-F5344CB8AC3E}">
        <p14:creationId xmlns:p14="http://schemas.microsoft.com/office/powerpoint/2010/main" val="344095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rect-1">
            <a:extLst xmlns:a="http://schemas.openxmlformats.org/drawingml/2006/main">
              <a:ext uri="{FF2B5EF4-FFF2-40B4-BE49-F238E27FC236}">
                <a16:creationId xmlns:a16="http://schemas.microsoft.com/office/drawing/2014/main" id="{1062A297-2B7F-4383-B8A2-21F6B7D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"/>
            <a:ext cx="13049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2" name="rect-2">
            <a:extLst xmlns:a="http://schemas.openxmlformats.org/drawingml/2006/main">
              <a:ext uri="{FF2B5EF4-FFF2-40B4-BE49-F238E27FC236}">
                <a16:creationId xmlns:a16="http://schemas.microsoft.com/office/drawing/2014/main" id="{BFC28897-5242-4513-B90E-4A9D4894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1000"/>
            <a:ext cx="3000375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3" name="rect-3">
            <a:extLst xmlns:a="http://schemas.openxmlformats.org/drawingml/2006/main">
              <a:ext uri="{FF2B5EF4-FFF2-40B4-BE49-F238E27FC236}">
                <a16:creationId xmlns:a16="http://schemas.microsoft.com/office/drawing/2014/main" id="{A38344CF-825B-4F55-A404-DE13378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1950"/>
            <a:ext cx="38576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4" name="rect-4">
            <a:extLst xmlns:a="http://schemas.openxmlformats.org/drawingml/2006/main">
              <a:ext uri="{FF2B5EF4-FFF2-40B4-BE49-F238E27FC236}">
                <a16:creationId xmlns:a16="http://schemas.microsoft.com/office/drawing/2014/main" id="{5D51EA3B-90FB-490F-A4BC-5F645710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13049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5" name="rect-5">
            <a:extLst xmlns:a="http://schemas.openxmlformats.org/drawingml/2006/main">
              <a:ext uri="{FF2B5EF4-FFF2-40B4-BE49-F238E27FC236}">
                <a16:creationId xmlns:a16="http://schemas.microsoft.com/office/drawing/2014/main" id="{AE74AC3B-B42F-4745-82A7-CD180DD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7858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6" name="rect-6">
            <a:extLst xmlns:a="http://schemas.openxmlformats.org/drawingml/2006/main">
              <a:ext uri="{FF2B5EF4-FFF2-40B4-BE49-F238E27FC236}">
                <a16:creationId xmlns:a16="http://schemas.microsoft.com/office/drawing/2014/main" id="{C1F79211-0178-434A-959C-B8AAFED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09775"/>
            <a:ext cx="14287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7" name="rect-7">
            <a:extLst xmlns:a="http://schemas.openxmlformats.org/drawingml/2006/main">
              <a:ext uri="{FF2B5EF4-FFF2-40B4-BE49-F238E27FC236}">
                <a16:creationId xmlns:a16="http://schemas.microsoft.com/office/drawing/2014/main" id="{1261659A-ED34-489E-98C7-923CEAA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09775"/>
            <a:ext cx="18097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8" name="rect-8">
            <a:extLst xmlns:a="http://schemas.openxmlformats.org/drawingml/2006/main">
              <a:ext uri="{FF2B5EF4-FFF2-40B4-BE49-F238E27FC236}">
                <a16:creationId xmlns:a16="http://schemas.microsoft.com/office/drawing/2014/main" id="{A5333E72-9128-44F7-BBE7-0F30E81F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9775"/>
            <a:ext cx="19526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9" name="rect-9">
            <a:extLst xmlns:a="http://schemas.openxmlformats.org/drawingml/2006/main">
              <a:ext uri="{FF2B5EF4-FFF2-40B4-BE49-F238E27FC236}">
                <a16:creationId xmlns:a16="http://schemas.microsoft.com/office/drawing/2014/main" id="{5F32947F-CF18-49AC-B194-0AF5BD6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05125"/>
            <a:ext cx="4857750" cy="2857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10" name="rect-10">
            <a:extLst xmlns:a="http://schemas.openxmlformats.org/drawingml/2006/main">
              <a:ext uri="{FF2B5EF4-FFF2-40B4-BE49-F238E27FC236}">
                <a16:creationId xmlns:a16="http://schemas.microsoft.com/office/drawing/2014/main" id="{6F474284-FC13-4D5A-891C-728AA5F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2000250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1" name="rect-11">
            <a:extLst xmlns:a="http://schemas.openxmlformats.org/drawingml/2006/main">
              <a:ext uri="{FF2B5EF4-FFF2-40B4-BE49-F238E27FC236}">
                <a16:creationId xmlns:a16="http://schemas.microsoft.com/office/drawing/2014/main" id="{D3EBB181-334F-4805-BFD9-E104A2D1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2000250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573C5032-A607-4DBC-8862-CF576D82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3429000" cy="2857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3" name="rect-13">
            <a:extLst xmlns:a="http://schemas.openxmlformats.org/drawingml/2006/main">
              <a:ext uri="{FF2B5EF4-FFF2-40B4-BE49-F238E27FC236}">
                <a16:creationId xmlns:a16="http://schemas.microsoft.com/office/drawing/2014/main" id="{2A43B36D-92B8-4135-8EAD-35D7090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1285875" cy="1571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4" name="rect-14">
            <a:extLst xmlns:a="http://schemas.openxmlformats.org/drawingml/2006/main">
              <a:ext uri="{FF2B5EF4-FFF2-40B4-BE49-F238E27FC236}">
                <a16:creationId xmlns:a16="http://schemas.microsoft.com/office/drawing/2014/main" id="{549BF8E3-247E-4686-B4D9-A0BE69F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62375"/>
            <a:ext cx="1285875" cy="1571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16193">
            <a:solidFill>
              <a:srgbClr val="888888"/>
            </a:solidFill>
            <a:prstDash val="solid"/>
          </a:ln>
        </p:spPr>
      </p:sp>
      <p:sp>
        <p:nvSpPr>
          <p:cNvPr id="15" name="rect-15">
            <a:extLst xmlns:a="http://schemas.openxmlformats.org/drawingml/2006/main">
              <a:ext uri="{FF2B5EF4-FFF2-40B4-BE49-F238E27FC236}">
                <a16:creationId xmlns:a16="http://schemas.microsoft.com/office/drawing/2014/main" id="{15F9FE67-7F8E-4263-A267-48713D0A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4000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16" name="rect-16">
            <a:extLst xmlns:a="http://schemas.openxmlformats.org/drawingml/2006/main">
              <a:ext uri="{FF2B5EF4-FFF2-40B4-BE49-F238E27FC236}">
                <a16:creationId xmlns:a16="http://schemas.microsoft.com/office/drawing/2014/main" id="{AFE41653-A958-4656-A6EF-55BA088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00750"/>
            <a:ext cx="41910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17" name="rect-17">
            <a:extLst xmlns:a="http://schemas.openxmlformats.org/drawingml/2006/main">
              <a:ext uri="{FF2B5EF4-FFF2-40B4-BE49-F238E27FC236}">
                <a16:creationId xmlns:a16="http://schemas.microsoft.com/office/drawing/2014/main" id="{D9C654DF-261F-4C5B-BC90-BF5ED917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71625"/>
            <a:ext cx="3619500" cy="5095875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1F2E"/>
            </a:solidFill>
            <a:prstDash val="dash"/>
          </a:ln>
        </p:spPr>
      </p:sp>
      <p:sp>
        <p:nvSpPr>
          <p:cNvPr id="18" name="rect-18">
            <a:extLst xmlns:a="http://schemas.openxmlformats.org/drawingml/2006/main">
              <a:ext uri="{FF2B5EF4-FFF2-40B4-BE49-F238E27FC236}">
                <a16:creationId xmlns:a16="http://schemas.microsoft.com/office/drawing/2014/main" id="{46F3F855-371C-447C-88E8-AD17CF3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0"/>
            <a:ext cx="304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19" name="rect-19">
            <a:extLst xmlns:a="http://schemas.openxmlformats.org/drawingml/2006/main">
              <a:ext uri="{FF2B5EF4-FFF2-40B4-BE49-F238E27FC236}">
                <a16:creationId xmlns:a16="http://schemas.microsoft.com/office/drawing/2014/main" id="{C9388D8E-D4D6-476E-93EE-8DCB25E1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05125"/>
            <a:ext cx="304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0" name="rect-20">
            <a:extLst xmlns:a="http://schemas.openxmlformats.org/drawingml/2006/main">
              <a:ext uri="{FF2B5EF4-FFF2-40B4-BE49-F238E27FC236}">
                <a16:creationId xmlns:a16="http://schemas.microsoft.com/office/drawing/2014/main" id="{2CFA25D7-D1CD-4DA1-B8F6-7ADBD75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0"/>
            <a:ext cx="1381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1" name="rect-21">
            <a:extLst xmlns:a="http://schemas.openxmlformats.org/drawingml/2006/main">
              <a:ext uri="{FF2B5EF4-FFF2-40B4-BE49-F238E27FC236}">
                <a16:creationId xmlns:a16="http://schemas.microsoft.com/office/drawing/2014/main" id="{FEA0C1D6-6C00-4D6B-BEE0-36754359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810000"/>
            <a:ext cx="1381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2" name="rect-22">
            <a:extLst xmlns:a="http://schemas.openxmlformats.org/drawingml/2006/main">
              <a:ext uri="{FF2B5EF4-FFF2-40B4-BE49-F238E27FC236}">
                <a16:creationId xmlns:a16="http://schemas.microsoft.com/office/drawing/2014/main" id="{2FC716CF-2EC6-45F0-8CAA-B5A98A73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10125"/>
            <a:ext cx="30480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3" name="rect-23">
            <a:extLst xmlns:a="http://schemas.openxmlformats.org/drawingml/2006/main">
              <a:ext uri="{FF2B5EF4-FFF2-40B4-BE49-F238E27FC236}">
                <a16:creationId xmlns:a16="http://schemas.microsoft.com/office/drawing/2014/main" id="{183A3776-9279-4DE5-AE3A-17C25CF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04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4" name="rect-24">
            <a:extLst xmlns:a="http://schemas.openxmlformats.org/drawingml/2006/main">
              <a:ext uri="{FF2B5EF4-FFF2-40B4-BE49-F238E27FC236}">
                <a16:creationId xmlns:a16="http://schemas.microsoft.com/office/drawing/2014/main" id="{8C05D2F7-808F-42AA-85E1-1A6035EF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191375"/>
            <a:ext cx="1304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81818"/>
            </a:solidFill>
            <a:prstDash val="solid"/>
          </a:ln>
        </p:spPr>
      </p:sp>
      <p:sp>
        <p:nvSpPr>
          <p:cNvPr id="25" name="rect-25">
            <a:extLst xmlns:a="http://schemas.openxmlformats.org/drawingml/2006/main">
              <a:ext uri="{FF2B5EF4-FFF2-40B4-BE49-F238E27FC236}">
                <a16:creationId xmlns:a16="http://schemas.microsoft.com/office/drawing/2014/main" id="{3569E1AE-B50B-4B0A-BE0B-770B71CE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0"/>
            <a:ext cx="2762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6" name="rect-26">
            <a:extLst xmlns:a="http://schemas.openxmlformats.org/drawingml/2006/main">
              <a:ext uri="{FF2B5EF4-FFF2-40B4-BE49-F238E27FC236}">
                <a16:creationId xmlns:a16="http://schemas.microsoft.com/office/drawing/2014/main" id="{0F9DFFC0-6D00-4906-8E15-2D2231AA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429500"/>
            <a:ext cx="2476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7" name="rect-27">
            <a:extLst xmlns:a="http://schemas.openxmlformats.org/drawingml/2006/main">
              <a:ext uri="{FF2B5EF4-FFF2-40B4-BE49-F238E27FC236}">
                <a16:creationId xmlns:a16="http://schemas.microsoft.com/office/drawing/2014/main" id="{9886C66E-77FE-4FB7-8BAF-3B9182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2950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8" name="rect-28">
            <a:extLst xmlns:a="http://schemas.openxmlformats.org/drawingml/2006/main">
              <a:ext uri="{FF2B5EF4-FFF2-40B4-BE49-F238E27FC236}">
                <a16:creationId xmlns:a16="http://schemas.microsoft.com/office/drawing/2014/main" id="{C1B4C549-D8BF-4E13-9EE7-4F6765C7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429500"/>
            <a:ext cx="3095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2EC"/>
          </a:solidFill>
          <a:ln xmlns:a="http://schemas.openxmlformats.org/drawingml/2006/main" w="15240">
            <a:solidFill>
              <a:srgbClr val="181818"/>
            </a:solidFill>
            <a:prstDash val="solid"/>
          </a:ln>
        </p:spPr>
      </p:sp>
      <p:sp>
        <p:nvSpPr>
          <p:cNvPr id="29" name="path-0-0-0">
            <a:extLst xmlns:a="http://schemas.openxmlformats.org/drawingml/2006/main">
              <a:ext uri="{FF2B5EF4-FFF2-40B4-BE49-F238E27FC236}">
                <a16:creationId xmlns:a16="http://schemas.microsoft.com/office/drawing/2014/main" id="{E9680FE4-8628-4F20-8635-98CC01E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19125"/>
            <a:ext cx="5476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30" name="arrow-0-0">
            <a:extLst xmlns:a="http://schemas.openxmlformats.org/drawingml/2006/main">
              <a:ext uri="{FF2B5EF4-FFF2-40B4-BE49-F238E27FC236}">
                <a16:creationId xmlns:a16="http://schemas.microsoft.com/office/drawing/2014/main" id="{06AC9D1F-28CA-43AD-81AD-EEE4CAA8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53700" y="5857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31" name="path-1-0-0">
            <a:extLst xmlns:a="http://schemas.openxmlformats.org/drawingml/2006/main">
              <a:ext uri="{FF2B5EF4-FFF2-40B4-BE49-F238E27FC236}">
                <a16:creationId xmlns:a16="http://schemas.microsoft.com/office/drawing/2014/main" id="{B978A03E-F5F2-478D-9B23-EE157274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22098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32" name="arrow-1-0">
            <a:extLst xmlns:a="http://schemas.openxmlformats.org/drawingml/2006/main">
              <a:ext uri="{FF2B5EF4-FFF2-40B4-BE49-F238E27FC236}">
                <a16:creationId xmlns:a16="http://schemas.microsoft.com/office/drawing/2014/main" id="{D09BB157-C26F-4202-9D16-91BD322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81450" y="21764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33" name="path-1-1-0">
            <a:extLst xmlns:a="http://schemas.openxmlformats.org/drawingml/2006/main">
              <a:ext uri="{FF2B5EF4-FFF2-40B4-BE49-F238E27FC236}">
                <a16:creationId xmlns:a16="http://schemas.microsoft.com/office/drawing/2014/main" id="{6A161EEF-754B-4845-9A0D-670C7C24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22098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81818"/>
            </a:solidFill>
            <a:prstDash val="solid"/>
          </a:ln>
        </p:spPr>
      </p:sp>
      <p:sp>
        <p:nvSpPr>
          <p:cNvPr id="34" name="arrow-1-1">
            <a:extLst xmlns:a="http://schemas.openxmlformats.org/drawingml/2006/main">
              <a:ext uri="{FF2B5EF4-FFF2-40B4-BE49-F238E27FC236}">
                <a16:creationId xmlns:a16="http://schemas.microsoft.com/office/drawing/2014/main" id="{4FF2394C-B167-466A-8315-A345AB18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76950" y="21764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solidFill>
              <a:srgbClr val="181818"/>
            </a:solidFill>
            <a:prstDash val="solid"/>
          </a:ln>
        </p:spPr>
      </p:sp>
      <p:sp>
        <p:nvSpPr>
          <p:cNvPr id="35" name="path-2-0-0">
            <a:extLst xmlns:a="http://schemas.openxmlformats.org/drawingml/2006/main">
              <a:ext uri="{FF2B5EF4-FFF2-40B4-BE49-F238E27FC236}">
                <a16:creationId xmlns:a16="http://schemas.microsoft.com/office/drawing/2014/main" id="{44937EB4-D779-4E5C-BE9E-1C58EBF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72500" y="5762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36" name="arrow-2-0">
            <a:extLst xmlns:a="http://schemas.openxmlformats.org/drawingml/2006/main">
              <a:ext uri="{FF2B5EF4-FFF2-40B4-BE49-F238E27FC236}">
                <a16:creationId xmlns:a16="http://schemas.microsoft.com/office/drawing/2014/main" id="{8F8F00C2-759E-4971-B655-0C5A17E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9163" y="57626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37" name="path-3-0-0">
            <a:extLst xmlns:a="http://schemas.openxmlformats.org/drawingml/2006/main">
              <a:ext uri="{FF2B5EF4-FFF2-40B4-BE49-F238E27FC236}">
                <a16:creationId xmlns:a16="http://schemas.microsoft.com/office/drawing/2014/main" id="{3253949F-04F9-41AE-B5A3-5E813957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2705100"/>
            <a:ext cx="9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38" name="arrow-3-0">
            <a:extLst xmlns:a="http://schemas.openxmlformats.org/drawingml/2006/main">
              <a:ext uri="{FF2B5EF4-FFF2-40B4-BE49-F238E27FC236}">
                <a16:creationId xmlns:a16="http://schemas.microsoft.com/office/drawing/2014/main" id="{813C23E1-F480-44F3-8E35-047740F2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30163" y="283845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39" name="path-4-0-0">
            <a:extLst xmlns:a="http://schemas.openxmlformats.org/drawingml/2006/main">
              <a:ext uri="{FF2B5EF4-FFF2-40B4-BE49-F238E27FC236}">
                <a16:creationId xmlns:a16="http://schemas.microsoft.com/office/drawing/2014/main" id="{3EE923C3-0644-4E20-86BC-6F4F2083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25300" y="3638550"/>
            <a:ext cx="9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0" name="path-4-0-1">
            <a:extLst xmlns:a="http://schemas.openxmlformats.org/drawingml/2006/main">
              <a:ext uri="{FF2B5EF4-FFF2-40B4-BE49-F238E27FC236}">
                <a16:creationId xmlns:a16="http://schemas.microsoft.com/office/drawing/2014/main" id="{576E2E73-BB0E-43A6-AF9D-22E48BDE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25300" y="3638550"/>
            <a:ext cx="504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1" name="path-4-0-2">
            <a:extLst xmlns:a="http://schemas.openxmlformats.org/drawingml/2006/main">
              <a:ext uri="{FF2B5EF4-FFF2-40B4-BE49-F238E27FC236}">
                <a16:creationId xmlns:a16="http://schemas.microsoft.com/office/drawing/2014/main" id="{E539A969-0708-473D-9509-19D810A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430125" y="3514725"/>
            <a:ext cx="9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2" name="arrow-4-0">
            <a:extLst xmlns:a="http://schemas.openxmlformats.org/drawingml/2006/main">
              <a:ext uri="{FF2B5EF4-FFF2-40B4-BE49-F238E27FC236}">
                <a16:creationId xmlns:a16="http://schemas.microsoft.com/office/drawing/2014/main" id="{EE059D54-B46A-4666-BB57-AD85C0B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6788" y="35147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43" name="path-5-0-0">
            <a:extLst xmlns:a="http://schemas.openxmlformats.org/drawingml/2006/main">
              <a:ext uri="{FF2B5EF4-FFF2-40B4-BE49-F238E27FC236}">
                <a16:creationId xmlns:a16="http://schemas.microsoft.com/office/drawing/2014/main" id="{EB47D247-C1B0-4D37-B53C-3734A00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592175" y="3638550"/>
            <a:ext cx="9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4" name="path-5-0-1">
            <a:extLst xmlns:a="http://schemas.openxmlformats.org/drawingml/2006/main">
              <a:ext uri="{FF2B5EF4-FFF2-40B4-BE49-F238E27FC236}">
                <a16:creationId xmlns:a16="http://schemas.microsoft.com/office/drawing/2014/main" id="{C54710B6-C78E-4F22-B72F-415B448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096875" y="3638550"/>
            <a:ext cx="495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5" name="path-5-0-2">
            <a:extLst xmlns:a="http://schemas.openxmlformats.org/drawingml/2006/main">
              <a:ext uri="{FF2B5EF4-FFF2-40B4-BE49-F238E27FC236}">
                <a16:creationId xmlns:a16="http://schemas.microsoft.com/office/drawing/2014/main" id="{074920C7-DAC4-4221-AA40-6C4F7F5C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096875" y="3514725"/>
            <a:ext cx="9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6" name="arrow-5-0">
            <a:extLst xmlns:a="http://schemas.openxmlformats.org/drawingml/2006/main">
              <a:ext uri="{FF2B5EF4-FFF2-40B4-BE49-F238E27FC236}">
                <a16:creationId xmlns:a16="http://schemas.microsoft.com/office/drawing/2014/main" id="{6CD4FA47-52E9-4CF1-BB42-5AEE582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3538" y="35147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47" name="path-6-0-0">
            <a:extLst xmlns:a="http://schemas.openxmlformats.org/drawingml/2006/main">
              <a:ext uri="{FF2B5EF4-FFF2-40B4-BE49-F238E27FC236}">
                <a16:creationId xmlns:a16="http://schemas.microsoft.com/office/drawing/2014/main" id="{D2B10B87-DFC0-4101-9A49-5BB200D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63500" y="351472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48" name="arrow-6-0">
            <a:extLst xmlns:a="http://schemas.openxmlformats.org/drawingml/2006/main">
              <a:ext uri="{FF2B5EF4-FFF2-40B4-BE49-F238E27FC236}">
                <a16:creationId xmlns:a16="http://schemas.microsoft.com/office/drawing/2014/main" id="{38A21C65-EA09-4918-BBBC-387F719A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163" y="35147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49" name="path-7-0-0">
            <a:extLst xmlns:a="http://schemas.openxmlformats.org/drawingml/2006/main">
              <a:ext uri="{FF2B5EF4-FFF2-40B4-BE49-F238E27FC236}">
                <a16:creationId xmlns:a16="http://schemas.microsoft.com/office/drawing/2014/main" id="{657487DC-5A75-4B1F-BA53-E7B62F6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0" y="24003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50" name="path-7-0-1">
            <a:extLst xmlns:a="http://schemas.openxmlformats.org/drawingml/2006/main">
              <a:ext uri="{FF2B5EF4-FFF2-40B4-BE49-F238E27FC236}">
                <a16:creationId xmlns:a16="http://schemas.microsoft.com/office/drawing/2014/main" id="{88B0917B-E169-4CBD-BB81-79B8B94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0" y="2400300"/>
            <a:ext cx="95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51" name="path-7-0-2">
            <a:extLst xmlns:a="http://schemas.openxmlformats.org/drawingml/2006/main">
              <a:ext uri="{FF2B5EF4-FFF2-40B4-BE49-F238E27FC236}">
                <a16:creationId xmlns:a16="http://schemas.microsoft.com/office/drawing/2014/main" id="{7471302A-B386-4E76-967B-761722B7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211300" y="60198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52" name="arrow-7-0">
            <a:extLst xmlns:a="http://schemas.openxmlformats.org/drawingml/2006/main">
              <a:ext uri="{FF2B5EF4-FFF2-40B4-BE49-F238E27FC236}">
                <a16:creationId xmlns:a16="http://schemas.microsoft.com/office/drawing/2014/main" id="{1C9D8561-9BE7-4B17-930B-05FD236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4211300" y="59864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53" name="path-8-0-0">
            <a:extLst xmlns:a="http://schemas.openxmlformats.org/drawingml/2006/main">
              <a:ext uri="{FF2B5EF4-FFF2-40B4-BE49-F238E27FC236}">
                <a16:creationId xmlns:a16="http://schemas.microsoft.com/office/drawing/2014/main" id="{3533BC3E-6D68-4A30-92B8-06C6505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40005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54" name="path-8-0-1">
            <a:extLst xmlns:a="http://schemas.openxmlformats.org/drawingml/2006/main">
              <a:ext uri="{FF2B5EF4-FFF2-40B4-BE49-F238E27FC236}">
                <a16:creationId xmlns:a16="http://schemas.microsoft.com/office/drawing/2014/main" id="{4D7B1AD3-5354-47EF-B917-2B4A558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0" y="4000500"/>
            <a:ext cx="9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55" name="path-8-0-2">
            <a:extLst xmlns:a="http://schemas.openxmlformats.org/drawingml/2006/main">
              <a:ext uri="{FF2B5EF4-FFF2-40B4-BE49-F238E27FC236}">
                <a16:creationId xmlns:a16="http://schemas.microsoft.com/office/drawing/2014/main" id="{FE039110-CA0F-40A0-BF4F-60EB4793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0" y="41529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51F2E"/>
            </a:solidFill>
            <a:prstDash val="dash"/>
          </a:ln>
        </p:spPr>
      </p:sp>
      <p:sp>
        <p:nvSpPr>
          <p:cNvPr id="56" name="arrow-8-0">
            <a:extLst xmlns:a="http://schemas.openxmlformats.org/drawingml/2006/main">
              <a:ext uri="{FF2B5EF4-FFF2-40B4-BE49-F238E27FC236}">
                <a16:creationId xmlns:a16="http://schemas.microsoft.com/office/drawing/2014/main" id="{869F3B9D-1728-4E5E-9E74-DD7754B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72825" y="41195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57" name="path-9-0-0">
            <a:extLst xmlns:a="http://schemas.openxmlformats.org/drawingml/2006/main">
              <a:ext uri="{FF2B5EF4-FFF2-40B4-BE49-F238E27FC236}">
                <a16:creationId xmlns:a16="http://schemas.microsoft.com/office/drawing/2014/main" id="{BBF01C1D-C857-4B71-B824-E6DFCAAB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810875" y="5905500"/>
            <a:ext cx="428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58" name="path-9-0-1">
            <a:extLst xmlns:a="http://schemas.openxmlformats.org/drawingml/2006/main">
              <a:ext uri="{FF2B5EF4-FFF2-40B4-BE49-F238E27FC236}">
                <a16:creationId xmlns:a16="http://schemas.microsoft.com/office/drawing/2014/main" id="{91BA0C1B-446A-431F-B381-09A9F70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10875" y="5619750"/>
            <a:ext cx="9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59" name="path-9-0-2">
            <a:extLst xmlns:a="http://schemas.openxmlformats.org/drawingml/2006/main">
              <a:ext uri="{FF2B5EF4-FFF2-40B4-BE49-F238E27FC236}">
                <a16:creationId xmlns:a16="http://schemas.microsoft.com/office/drawing/2014/main" id="{F7972329-7488-4D09-B413-4F9F9A3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810375" y="5619750"/>
            <a:ext cx="400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0" name="path-9-0-3">
            <a:extLst xmlns:a="http://schemas.openxmlformats.org/drawingml/2006/main">
              <a:ext uri="{FF2B5EF4-FFF2-40B4-BE49-F238E27FC236}">
                <a16:creationId xmlns:a16="http://schemas.microsoft.com/office/drawing/2014/main" id="{A108C0AB-C26C-4B55-9371-24A3923F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4171950"/>
            <a:ext cx="95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1" name="path-9-0-4">
            <a:extLst xmlns:a="http://schemas.openxmlformats.org/drawingml/2006/main">
              <a:ext uri="{FF2B5EF4-FFF2-40B4-BE49-F238E27FC236}">
                <a16:creationId xmlns:a16="http://schemas.microsoft.com/office/drawing/2014/main" id="{606EF16B-D159-42FB-803D-10F7317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67500" y="417195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2" name="arrow-9-0">
            <a:extLst xmlns:a="http://schemas.openxmlformats.org/drawingml/2006/main">
              <a:ext uri="{FF2B5EF4-FFF2-40B4-BE49-F238E27FC236}">
                <a16:creationId xmlns:a16="http://schemas.microsoft.com/office/drawing/2014/main" id="{F73EBB1E-24D9-48EA-B2FE-E2E6321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667500" y="41386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63" name="path-10-0-0">
            <a:extLst xmlns:a="http://schemas.openxmlformats.org/drawingml/2006/main">
              <a:ext uri="{FF2B5EF4-FFF2-40B4-BE49-F238E27FC236}">
                <a16:creationId xmlns:a16="http://schemas.microsoft.com/office/drawing/2014/main" id="{85BB23CC-E666-4D44-8655-3ED4696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858500" y="6172200"/>
            <a:ext cx="381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4" name="path-10-0-1">
            <a:extLst xmlns:a="http://schemas.openxmlformats.org/drawingml/2006/main">
              <a:ext uri="{FF2B5EF4-FFF2-40B4-BE49-F238E27FC236}">
                <a16:creationId xmlns:a16="http://schemas.microsoft.com/office/drawing/2014/main" id="{44B8DA6D-19E0-4657-84FC-34278E5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6172200"/>
            <a:ext cx="95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5" name="path-10-0-2">
            <a:extLst xmlns:a="http://schemas.openxmlformats.org/drawingml/2006/main">
              <a:ext uri="{FF2B5EF4-FFF2-40B4-BE49-F238E27FC236}">
                <a16:creationId xmlns:a16="http://schemas.microsoft.com/office/drawing/2014/main" id="{F6395261-674E-494B-82E1-80868721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095750" y="6810375"/>
            <a:ext cx="6762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6" name="path-10-0-3">
            <a:extLst xmlns:a="http://schemas.openxmlformats.org/drawingml/2006/main">
              <a:ext uri="{FF2B5EF4-FFF2-40B4-BE49-F238E27FC236}">
                <a16:creationId xmlns:a16="http://schemas.microsoft.com/office/drawing/2014/main" id="{996621CE-5C00-47D1-AEC7-AB44051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95750" y="6667500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7" name="arrow-10-0">
            <a:extLst xmlns:a="http://schemas.openxmlformats.org/drawingml/2006/main">
              <a:ext uri="{FF2B5EF4-FFF2-40B4-BE49-F238E27FC236}">
                <a16:creationId xmlns:a16="http://schemas.microsoft.com/office/drawing/2014/main" id="{8C177401-3CD7-420D-8D4D-5875BC2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2413" y="666750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68" name="path-11-0-0">
            <a:extLst xmlns:a="http://schemas.openxmlformats.org/drawingml/2006/main">
              <a:ext uri="{FF2B5EF4-FFF2-40B4-BE49-F238E27FC236}">
                <a16:creationId xmlns:a16="http://schemas.microsoft.com/office/drawing/2014/main" id="{CE9B5877-1A00-483B-A51D-09091C9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44425" y="876300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69" name="path-11-0-1">
            <a:extLst xmlns:a="http://schemas.openxmlformats.org/drawingml/2006/main">
              <a:ext uri="{FF2B5EF4-FFF2-40B4-BE49-F238E27FC236}">
                <a16:creationId xmlns:a16="http://schemas.microsoft.com/office/drawing/2014/main" id="{2B264342-7D54-4EF9-9964-ED803E91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44425" y="1238250"/>
            <a:ext cx="219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70" name="path-11-0-2">
            <a:extLst xmlns:a="http://schemas.openxmlformats.org/drawingml/2006/main">
              <a:ext uri="{FF2B5EF4-FFF2-40B4-BE49-F238E27FC236}">
                <a16:creationId xmlns:a16="http://schemas.microsoft.com/office/drawing/2014/main" id="{6AACC011-6B98-4305-804D-3C7286E8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238250"/>
            <a:ext cx="9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B51F2E"/>
            </a:solidFill>
            <a:prstDash val="solid"/>
          </a:ln>
        </p:spPr>
      </p:sp>
      <p:sp>
        <p:nvSpPr>
          <p:cNvPr id="71" name="arrow-11-0">
            <a:extLst xmlns:a="http://schemas.openxmlformats.org/drawingml/2006/main">
              <a:ext uri="{FF2B5EF4-FFF2-40B4-BE49-F238E27FC236}">
                <a16:creationId xmlns:a16="http://schemas.microsoft.com/office/drawing/2014/main" id="{67E04FF2-E25D-4B36-9088-D2525A6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30163" y="202882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1F2E"/>
          </a:solidFill>
          <a:ln xmlns:a="http://schemas.openxmlformats.org/drawingml/2006/main" w="0">
            <a:solidFill>
              <a:srgbClr val="B51F2E"/>
            </a:solidFill>
            <a:prstDash val="solid"/>
          </a:ln>
        </p:spPr>
      </p:sp>
      <p:sp>
        <p:nvSpPr>
          <p:cNvPr id="72" name="text-0-服务化框架">
            <a:extLst xmlns:a="http://schemas.openxmlformats.org/drawingml/2006/main">
              <a:ext uri="{FF2B5EF4-FFF2-40B4-BE49-F238E27FC236}">
                <a16:creationId xmlns:a16="http://schemas.microsoft.com/office/drawing/2014/main" id="{45D8D3E3-27F7-4AF9-AE31-AC360E9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392811"/>
            <a:ext cx="152114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服务化框架</a:t>
            </a:r>
          </a:p>
        </p:txBody>
      </p:sp>
      <p:sp>
        <p:nvSpPr>
          <p:cNvPr id="73" name="text-1-AIBrix / llm-d">
            <a:extLst xmlns:a="http://schemas.openxmlformats.org/drawingml/2006/main">
              <a:ext uri="{FF2B5EF4-FFF2-40B4-BE49-F238E27FC236}">
                <a16:creationId xmlns:a16="http://schemas.microsoft.com/office/drawing/2014/main" id="{A9E7BED2-E2B3-4B9A-A936-4A4464C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183" y="430911"/>
            <a:ext cx="214673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AIBrix / llm-d</a:t>
            </a:r>
          </a:p>
        </p:txBody>
      </p:sp>
      <p:sp>
        <p:nvSpPr>
          <p:cNvPr id="74" name="text-2-SGLang HTTP + FT API">
            <a:extLst xmlns:a="http://schemas.openxmlformats.org/drawingml/2006/main">
              <a:ext uri="{FF2B5EF4-FFF2-40B4-BE49-F238E27FC236}">
                <a16:creationId xmlns:a16="http://schemas.microsoft.com/office/drawing/2014/main" id="{5EB27DAD-E248-422E-8FB9-F0094F42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5276" y="389001"/>
            <a:ext cx="247829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SGLang HTTP + FT API</a:t>
            </a:r>
          </a:p>
        </p:txBody>
      </p:sp>
      <p:sp>
        <p:nvSpPr>
          <p:cNvPr id="75" name="text-3-status / apply / admissi">
            <a:extLst xmlns:a="http://schemas.openxmlformats.org/drawingml/2006/main">
              <a:ext uri="{FF2B5EF4-FFF2-40B4-BE49-F238E27FC236}">
                <a16:creationId xmlns:a16="http://schemas.microsoft.com/office/drawing/2014/main" id="{E8A43594-8C72-4C00-A0AE-8FB78EC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698" y="651891"/>
            <a:ext cx="2151454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status / apply / admission</a:t>
            </a:r>
          </a:p>
        </p:txBody>
      </p:sp>
      <p:sp>
        <p:nvSpPr>
          <p:cNvPr id="76" name="text-4-引擎层">
            <a:extLst xmlns:a="http://schemas.openxmlformats.org/drawingml/2006/main">
              <a:ext uri="{FF2B5EF4-FFF2-40B4-BE49-F238E27FC236}">
                <a16:creationId xmlns:a16="http://schemas.microsoft.com/office/drawing/2014/main" id="{E15D7C65-6642-4549-99B9-2505D18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1326261"/>
            <a:ext cx="1004126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引擎层</a:t>
            </a:r>
          </a:p>
        </p:txBody>
      </p:sp>
      <p:sp>
        <p:nvSpPr>
          <p:cNvPr id="77" name="text-5-Node 0">
            <a:extLst xmlns:a="http://schemas.openxmlformats.org/drawingml/2006/main">
              <a:ext uri="{FF2B5EF4-FFF2-40B4-BE49-F238E27FC236}">
                <a16:creationId xmlns:a16="http://schemas.microsoft.com/office/drawing/2014/main" id="{D12CA1E7-E6F5-414F-A84C-403A5547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1646301"/>
            <a:ext cx="880041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Node 0</a:t>
            </a:r>
          </a:p>
        </p:txBody>
      </p:sp>
      <p:sp>
        <p:nvSpPr>
          <p:cNvPr id="78" name="text-6-HTTPServer">
            <a:extLst xmlns:a="http://schemas.openxmlformats.org/drawingml/2006/main">
              <a:ext uri="{FF2B5EF4-FFF2-40B4-BE49-F238E27FC236}">
                <a16:creationId xmlns:a16="http://schemas.microsoft.com/office/drawing/2014/main" id="{BBA836D8-10B6-43A6-8D2B-6E71D6EE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883" y="2074926"/>
            <a:ext cx="142223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HTTPServer</a:t>
            </a:r>
          </a:p>
        </p:txBody>
      </p:sp>
      <p:sp>
        <p:nvSpPr>
          <p:cNvPr id="79" name="text-7-TokenizerManager">
            <a:extLst xmlns:a="http://schemas.openxmlformats.org/drawingml/2006/main">
              <a:ext uri="{FF2B5EF4-FFF2-40B4-BE49-F238E27FC236}">
                <a16:creationId xmlns:a16="http://schemas.microsoft.com/office/drawing/2014/main" id="{5B652661-DA4A-4DFF-9C29-0E01659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485" y="2074926"/>
            <a:ext cx="201702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TokenizerManager</a:t>
            </a:r>
          </a:p>
        </p:txBody>
      </p:sp>
      <p:sp>
        <p:nvSpPr>
          <p:cNvPr id="80" name="text-8-DPC 0">
            <a:extLst xmlns:a="http://schemas.openxmlformats.org/drawingml/2006/main">
              <a:ext uri="{FF2B5EF4-FFF2-40B4-BE49-F238E27FC236}">
                <a16:creationId xmlns:a16="http://schemas.microsoft.com/office/drawing/2014/main" id="{60FCFFCB-0750-4437-93A0-1233A28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9547" y="2074926"/>
            <a:ext cx="811256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DPC 0</a:t>
            </a:r>
          </a:p>
        </p:txBody>
      </p:sp>
      <p:sp>
        <p:nvSpPr>
          <p:cNvPr id="81" name="text-9-Node 0 · DPC0 / Watchdog">
            <a:extLst xmlns:a="http://schemas.openxmlformats.org/drawingml/2006/main">
              <a:ext uri="{FF2B5EF4-FFF2-40B4-BE49-F238E27FC236}">
                <a16:creationId xmlns:a16="http://schemas.microsoft.com/office/drawing/2014/main" id="{82B00877-E634-4779-9EB8-ABD5BD3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974086"/>
            <a:ext cx="3640912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Node 0 · DPC0 / Watchdog0</a:t>
            </a:r>
          </a:p>
        </p:txBody>
      </p:sp>
      <p:sp>
        <p:nvSpPr>
          <p:cNvPr id="82" name="text-10-DP0">
            <a:extLst xmlns:a="http://schemas.openxmlformats.org/drawingml/2006/main">
              <a:ext uri="{FF2B5EF4-FFF2-40B4-BE49-F238E27FC236}">
                <a16:creationId xmlns:a16="http://schemas.microsoft.com/office/drawing/2014/main" id="{13CFEA40-962B-46C4-BB42-BAA89E4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8907" y="3517011"/>
            <a:ext cx="724936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DP0</a:t>
            </a:r>
          </a:p>
        </p:txBody>
      </p:sp>
      <p:sp>
        <p:nvSpPr>
          <p:cNvPr id="83" name="text-11-Scheduler">
            <a:extLst xmlns:a="http://schemas.openxmlformats.org/drawingml/2006/main">
              <a:ext uri="{FF2B5EF4-FFF2-40B4-BE49-F238E27FC236}">
                <a16:creationId xmlns:a16="http://schemas.microsoft.com/office/drawing/2014/main" id="{AD5CBB7D-0ABB-4C51-BA9C-2CFBF28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344" y="3979926"/>
            <a:ext cx="123206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</a:t>
            </a:r>
          </a:p>
        </p:txBody>
      </p:sp>
      <p:sp>
        <p:nvSpPr>
          <p:cNvPr id="84" name="text-12-ModelRunner">
            <a:extLst xmlns:a="http://schemas.openxmlformats.org/drawingml/2006/main">
              <a:ext uri="{FF2B5EF4-FFF2-40B4-BE49-F238E27FC236}">
                <a16:creationId xmlns:a16="http://schemas.microsoft.com/office/drawing/2014/main" id="{DB4DEDF5-82FA-466E-9434-BC29F09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5980" y="4351401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ModelRunner</a:t>
            </a:r>
          </a:p>
        </p:txBody>
      </p:sp>
      <p:sp>
        <p:nvSpPr>
          <p:cNvPr id="85" name="text-13-GPU0 / Experts">
            <a:extLst xmlns:a="http://schemas.openxmlformats.org/drawingml/2006/main">
              <a:ext uri="{FF2B5EF4-FFF2-40B4-BE49-F238E27FC236}">
                <a16:creationId xmlns:a16="http://schemas.microsoft.com/office/drawing/2014/main" id="{03DAF43B-64AD-4B72-A679-502ECA8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270" y="4760976"/>
            <a:ext cx="177021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GPU0 / Experts</a:t>
            </a:r>
          </a:p>
        </p:txBody>
      </p:sp>
      <p:sp>
        <p:nvSpPr>
          <p:cNvPr id="86" name="text-14-DP1">
            <a:extLst xmlns:a="http://schemas.openxmlformats.org/drawingml/2006/main">
              <a:ext uri="{FF2B5EF4-FFF2-40B4-BE49-F238E27FC236}">
                <a16:creationId xmlns:a16="http://schemas.microsoft.com/office/drawing/2014/main" id="{8D52EDC6-8BA1-4189-A302-C68C0322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4907" y="3517011"/>
            <a:ext cx="724936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DP1</a:t>
            </a:r>
          </a:p>
        </p:txBody>
      </p:sp>
      <p:sp>
        <p:nvSpPr>
          <p:cNvPr id="87" name="text-15-Scheduler">
            <a:extLst xmlns:a="http://schemas.openxmlformats.org/drawingml/2006/main">
              <a:ext uri="{FF2B5EF4-FFF2-40B4-BE49-F238E27FC236}">
                <a16:creationId xmlns:a16="http://schemas.microsoft.com/office/drawing/2014/main" id="{DF1627D4-EAD2-4831-8E4C-DC7B183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1344" y="3979926"/>
            <a:ext cx="123206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</a:t>
            </a:r>
          </a:p>
        </p:txBody>
      </p:sp>
      <p:sp>
        <p:nvSpPr>
          <p:cNvPr id="88" name="text-16-ModelRunner">
            <a:extLst xmlns:a="http://schemas.openxmlformats.org/drawingml/2006/main">
              <a:ext uri="{FF2B5EF4-FFF2-40B4-BE49-F238E27FC236}">
                <a16:creationId xmlns:a16="http://schemas.microsoft.com/office/drawing/2014/main" id="{B8871606-5BA2-4E0E-A591-869DE6E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980" y="4351401"/>
            <a:ext cx="147079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ModelRunner</a:t>
            </a:r>
          </a:p>
        </p:txBody>
      </p:sp>
      <p:sp>
        <p:nvSpPr>
          <p:cNvPr id="89" name="text-17-GPU1 / Experts">
            <a:extLst xmlns:a="http://schemas.openxmlformats.org/drawingml/2006/main">
              <a:ext uri="{FF2B5EF4-FFF2-40B4-BE49-F238E27FC236}">
                <a16:creationId xmlns:a16="http://schemas.microsoft.com/office/drawing/2014/main" id="{FF5B5978-4F8E-4130-9905-CEE3B0A9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2270" y="4760976"/>
            <a:ext cx="177021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GPU1 / Experts</a:t>
            </a:r>
          </a:p>
        </p:txBody>
      </p:sp>
      <p:sp>
        <p:nvSpPr>
          <p:cNvPr id="90" name="text-18-Node 1 · NODE LOST">
            <a:extLst xmlns:a="http://schemas.openxmlformats.org/drawingml/2006/main">
              <a:ext uri="{FF2B5EF4-FFF2-40B4-BE49-F238E27FC236}">
                <a16:creationId xmlns:a16="http://schemas.microsoft.com/office/drawing/2014/main" id="{278EC709-7E02-4CED-AF12-CA9C20C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974086"/>
            <a:ext cx="2772324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77777"/>
                </a:solidFill>
              </a:defRPr>
            </a:pPr>
            <a:r>
              <a:rPr sz="1725" b="1">
                <a:solidFill>
                  <a:srgbClr val="777777"/>
                </a:solidFill>
              </a:rPr>
              <a:t>Node 1 · NODE LOST</a:t>
            </a:r>
          </a:p>
        </p:txBody>
      </p:sp>
      <p:sp>
        <p:nvSpPr>
          <p:cNvPr id="91" name="text-19-DP2 DOWN">
            <a:extLst xmlns:a="http://schemas.openxmlformats.org/drawingml/2006/main">
              <a:ext uri="{FF2B5EF4-FFF2-40B4-BE49-F238E27FC236}">
                <a16:creationId xmlns:a16="http://schemas.microsoft.com/office/drawing/2014/main" id="{32DAD6CD-40BB-4C45-B068-9A002FC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3079" y="3856101"/>
            <a:ext cx="119969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DP2 DOWN</a:t>
            </a:r>
          </a:p>
        </p:txBody>
      </p:sp>
      <p:sp>
        <p:nvSpPr>
          <p:cNvPr id="92" name="text-20-Scheduler">
            <a:extLst xmlns:a="http://schemas.openxmlformats.org/drawingml/2006/main">
              <a:ext uri="{FF2B5EF4-FFF2-40B4-BE49-F238E27FC236}">
                <a16:creationId xmlns:a16="http://schemas.microsoft.com/office/drawing/2014/main" id="{636869FB-16A1-463A-89A2-BFAF7DC7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0516" y="4288155"/>
            <a:ext cx="1064819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Scheduler</a:t>
            </a:r>
          </a:p>
        </p:txBody>
      </p:sp>
      <p:sp>
        <p:nvSpPr>
          <p:cNvPr id="93" name="text-21-ModelRunner">
            <a:extLst xmlns:a="http://schemas.openxmlformats.org/drawingml/2006/main">
              <a:ext uri="{FF2B5EF4-FFF2-40B4-BE49-F238E27FC236}">
                <a16:creationId xmlns:a16="http://schemas.microsoft.com/office/drawing/2014/main" id="{A340A25C-E0ED-4D4D-89BD-24A8BDA0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1046" y="4602480"/>
            <a:ext cx="126375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ModelRunner</a:t>
            </a:r>
          </a:p>
        </p:txBody>
      </p:sp>
      <p:sp>
        <p:nvSpPr>
          <p:cNvPr id="94" name="text-22-GPU2">
            <a:extLst xmlns:a="http://schemas.openxmlformats.org/drawingml/2006/main">
              <a:ext uri="{FF2B5EF4-FFF2-40B4-BE49-F238E27FC236}">
                <a16:creationId xmlns:a16="http://schemas.microsoft.com/office/drawing/2014/main" id="{AC688DD1-B202-49A1-9C0B-AB118516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827" y="4916805"/>
            <a:ext cx="66019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GPU2</a:t>
            </a:r>
          </a:p>
        </p:txBody>
      </p:sp>
      <p:sp>
        <p:nvSpPr>
          <p:cNvPr id="95" name="text-23-DP3 DOWN">
            <a:extLst xmlns:a="http://schemas.openxmlformats.org/drawingml/2006/main">
              <a:ext uri="{FF2B5EF4-FFF2-40B4-BE49-F238E27FC236}">
                <a16:creationId xmlns:a16="http://schemas.microsoft.com/office/drawing/2014/main" id="{E8ADEC68-2E98-487B-BD82-00560388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7079" y="3856101"/>
            <a:ext cx="119969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DP3 DOWN</a:t>
            </a:r>
          </a:p>
        </p:txBody>
      </p:sp>
      <p:sp>
        <p:nvSpPr>
          <p:cNvPr id="96" name="text-24-Scheduler">
            <a:extLst xmlns:a="http://schemas.openxmlformats.org/drawingml/2006/main">
              <a:ext uri="{FF2B5EF4-FFF2-40B4-BE49-F238E27FC236}">
                <a16:creationId xmlns:a16="http://schemas.microsoft.com/office/drawing/2014/main" id="{C7358AB7-25F2-470A-924C-1052644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4516" y="4288155"/>
            <a:ext cx="1064819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Scheduler</a:t>
            </a:r>
          </a:p>
        </p:txBody>
      </p:sp>
      <p:sp>
        <p:nvSpPr>
          <p:cNvPr id="97" name="text-25-ModelRunner">
            <a:extLst xmlns:a="http://schemas.openxmlformats.org/drawingml/2006/main">
              <a:ext uri="{FF2B5EF4-FFF2-40B4-BE49-F238E27FC236}">
                <a16:creationId xmlns:a16="http://schemas.microsoft.com/office/drawing/2014/main" id="{1B708331-C844-49C6-A0CA-E810546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5046" y="4602480"/>
            <a:ext cx="126375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ModelRunner</a:t>
            </a:r>
          </a:p>
        </p:txBody>
      </p:sp>
      <p:sp>
        <p:nvSpPr>
          <p:cNvPr id="98" name="text-26-GPU3">
            <a:extLst xmlns:a="http://schemas.openxmlformats.org/drawingml/2006/main">
              <a:ext uri="{FF2B5EF4-FFF2-40B4-BE49-F238E27FC236}">
                <a16:creationId xmlns:a16="http://schemas.microsoft.com/office/drawing/2014/main" id="{3B55FDF9-F7E4-4B81-B485-FC483CB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827" y="4916805"/>
            <a:ext cx="66019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GPU3</a:t>
            </a:r>
          </a:p>
        </p:txBody>
      </p:sp>
      <p:sp>
        <p:nvSpPr>
          <p:cNvPr id="99" name="text-27-effective_active = [1,1,">
            <a:extLst xmlns:a="http://schemas.openxmlformats.org/drawingml/2006/main">
              <a:ext uri="{FF2B5EF4-FFF2-40B4-BE49-F238E27FC236}">
                <a16:creationId xmlns:a16="http://schemas.microsoft.com/office/drawing/2014/main" id="{85A2F5F2-E9D8-4416-90E4-36075E13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025" y="6189726"/>
            <a:ext cx="32794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effective_active = [1,1,0,0]</a:t>
            </a:r>
          </a:p>
        </p:txBody>
      </p:sp>
      <p:sp>
        <p:nvSpPr>
          <p:cNvPr id="100" name="text-28-Host 1′ / DP2′ / DP3′">
            <a:extLst xmlns:a="http://schemas.openxmlformats.org/drawingml/2006/main">
              <a:ext uri="{FF2B5EF4-FFF2-40B4-BE49-F238E27FC236}">
                <a16:creationId xmlns:a16="http://schemas.microsoft.com/office/drawing/2014/main" id="{4EC7B9F8-9A5B-46EE-8A67-A5565B23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849" y="6189726"/>
            <a:ext cx="274130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Host 1′ / DP2′ / DP3′</a:t>
            </a:r>
          </a:p>
        </p:txBody>
      </p:sp>
      <p:sp>
        <p:nvSpPr>
          <p:cNvPr id="101" name="text-29-FT 新增组件与数据流">
            <a:extLst xmlns:a="http://schemas.openxmlformats.org/drawingml/2006/main">
              <a:ext uri="{FF2B5EF4-FFF2-40B4-BE49-F238E27FC236}">
                <a16:creationId xmlns:a16="http://schemas.microsoft.com/office/drawing/2014/main" id="{A38D8CAA-26B9-49B8-A4DB-A63FB98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875" y="1640586"/>
            <a:ext cx="2710282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FT 新增组件与数据流</a:t>
            </a:r>
          </a:p>
        </p:txBody>
      </p:sp>
      <p:sp>
        <p:nvSpPr>
          <p:cNvPr id="102" name="text-30-FaultToleranceManager">
            <a:extLst xmlns:a="http://schemas.openxmlformats.org/drawingml/2006/main">
              <a:ext uri="{FF2B5EF4-FFF2-40B4-BE49-F238E27FC236}">
                <a16:creationId xmlns:a16="http://schemas.microsoft.com/office/drawing/2014/main" id="{D5377238-4280-4F1C-B366-069E848E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1750" y="2160651"/>
            <a:ext cx="25835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FaultToleranceManager</a:t>
            </a:r>
          </a:p>
        </p:txBody>
      </p:sp>
      <p:sp>
        <p:nvSpPr>
          <p:cNvPr id="103" name="text-31-ACK / timeout">
            <a:extLst xmlns:a="http://schemas.openxmlformats.org/drawingml/2006/main">
              <a:ext uri="{FF2B5EF4-FFF2-40B4-BE49-F238E27FC236}">
                <a16:creationId xmlns:a16="http://schemas.microsoft.com/office/drawing/2014/main" id="{217BC7A1-2084-415C-96CE-0C0AD448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6570" y="2433066"/>
            <a:ext cx="123386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ACK / timeout</a:t>
            </a:r>
          </a:p>
        </p:txBody>
      </p:sp>
      <p:sp>
        <p:nvSpPr>
          <p:cNvPr id="104" name="text-32-FaultToleranceState">
            <a:extLst xmlns:a="http://schemas.openxmlformats.org/drawingml/2006/main">
              <a:ext uri="{FF2B5EF4-FFF2-40B4-BE49-F238E27FC236}">
                <a16:creationId xmlns:a16="http://schemas.microsoft.com/office/drawing/2014/main" id="{AB236805-3330-459C-BA15-71E099F5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0998" y="2970276"/>
            <a:ext cx="236500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FaultToleranceState</a:t>
            </a:r>
          </a:p>
        </p:txBody>
      </p:sp>
      <p:sp>
        <p:nvSpPr>
          <p:cNvPr id="105" name="text-33-process ∧ backend ∧ ¬dis">
            <a:extLst xmlns:a="http://schemas.openxmlformats.org/drawingml/2006/main">
              <a:ext uri="{FF2B5EF4-FFF2-40B4-BE49-F238E27FC236}">
                <a16:creationId xmlns:a16="http://schemas.microsoft.com/office/drawing/2014/main" id="{A7EED1FE-63CD-486E-A975-D1461BA0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5143" y="3242691"/>
            <a:ext cx="315671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process ∧ backend ∧ ¬disabled → route</a:t>
            </a:r>
          </a:p>
        </p:txBody>
      </p:sp>
      <p:sp>
        <p:nvSpPr>
          <p:cNvPr id="106" name="text-34-SubprocessWatchdog">
            <a:extLst xmlns:a="http://schemas.openxmlformats.org/drawingml/2006/main">
              <a:ext uri="{FF2B5EF4-FFF2-40B4-BE49-F238E27FC236}">
                <a16:creationId xmlns:a16="http://schemas.microsoft.com/office/drawing/2014/main" id="{4ACA7BD4-BE70-4038-A8C6-34058737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6277" y="3928491"/>
            <a:ext cx="167804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SubprocessWatchdog</a:t>
            </a:r>
          </a:p>
        </p:txBody>
      </p:sp>
      <p:sp>
        <p:nvSpPr>
          <p:cNvPr id="107" name="text-35-inside DPC">
            <a:extLst xmlns:a="http://schemas.openxmlformats.org/drawingml/2006/main">
              <a:ext uri="{FF2B5EF4-FFF2-40B4-BE49-F238E27FC236}">
                <a16:creationId xmlns:a16="http://schemas.microsoft.com/office/drawing/2014/main" id="{AF5E254E-5705-4259-8D33-E199CD7B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649" y="4147566"/>
            <a:ext cx="1029302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inside DPC</a:t>
            </a:r>
          </a:p>
        </p:txBody>
      </p:sp>
      <p:sp>
        <p:nvSpPr>
          <p:cNvPr id="108" name="text-36-child exit / heartbeat">
            <a:extLst xmlns:a="http://schemas.openxmlformats.org/drawingml/2006/main">
              <a:ext uri="{FF2B5EF4-FFF2-40B4-BE49-F238E27FC236}">
                <a16:creationId xmlns:a16="http://schemas.microsoft.com/office/drawing/2014/main" id="{8E54A9D0-BC92-4056-9FDB-F4408F1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303" y="4309491"/>
            <a:ext cx="1867993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child exit / heartbeat</a:t>
            </a:r>
          </a:p>
        </p:txBody>
      </p:sp>
      <p:sp>
        <p:nvSpPr>
          <p:cNvPr id="109" name="text-37-Scheduler">
            <a:extLst xmlns:a="http://schemas.openxmlformats.org/drawingml/2006/main">
              <a:ext uri="{FF2B5EF4-FFF2-40B4-BE49-F238E27FC236}">
                <a16:creationId xmlns:a16="http://schemas.microsoft.com/office/drawing/2014/main" id="{F39A5883-5DBD-411C-B92C-5F1E35D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6144" y="3875151"/>
            <a:ext cx="123206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Scheduler</a:t>
            </a:r>
          </a:p>
        </p:txBody>
      </p:sp>
      <p:sp>
        <p:nvSpPr>
          <p:cNvPr id="110" name="text-38-exception report">
            <a:extLst xmlns:a="http://schemas.openxmlformats.org/drawingml/2006/main">
              <a:ext uri="{FF2B5EF4-FFF2-40B4-BE49-F238E27FC236}">
                <a16:creationId xmlns:a16="http://schemas.microsoft.com/office/drawing/2014/main" id="{E185BD64-D8FF-40D8-AB56-8AE1743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2737" y="4147566"/>
            <a:ext cx="145887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exception report</a:t>
            </a:r>
          </a:p>
        </p:txBody>
      </p:sp>
      <p:sp>
        <p:nvSpPr>
          <p:cNvPr id="111" name="text-39-pause / resume">
            <a:extLst xmlns:a="http://schemas.openxmlformats.org/drawingml/2006/main">
              <a:ext uri="{FF2B5EF4-FFF2-40B4-BE49-F238E27FC236}">
                <a16:creationId xmlns:a16="http://schemas.microsoft.com/office/drawing/2014/main" id="{D0EBEEBD-5DF7-4498-B379-EE97AFD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7711" y="4309491"/>
            <a:ext cx="1268928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pause / resume</a:t>
            </a:r>
          </a:p>
        </p:txBody>
      </p:sp>
      <p:sp>
        <p:nvSpPr>
          <p:cNvPr id="112" name="text-40-ActiveRanksOutput">
            <a:extLst xmlns:a="http://schemas.openxmlformats.org/drawingml/2006/main">
              <a:ext uri="{FF2B5EF4-FFF2-40B4-BE49-F238E27FC236}">
                <a16:creationId xmlns:a16="http://schemas.microsoft.com/office/drawing/2014/main" id="{8EAA3613-BC1D-4ABE-802A-7A9301C4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0246" y="4875276"/>
            <a:ext cx="214650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ActiveRanksOutput</a:t>
            </a:r>
          </a:p>
        </p:txBody>
      </p:sp>
      <p:sp>
        <p:nvSpPr>
          <p:cNvPr id="113" name="text-41-backend membership → DP ">
            <a:extLst xmlns:a="http://schemas.openxmlformats.org/drawingml/2006/main">
              <a:ext uri="{FF2B5EF4-FFF2-40B4-BE49-F238E27FC236}">
                <a16:creationId xmlns:a16="http://schemas.microsoft.com/office/drawing/2014/main" id="{0232F2DA-0668-4478-92B5-A869BAC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0654" y="5147691"/>
            <a:ext cx="240569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backend membership → DP mask</a:t>
            </a:r>
          </a:p>
        </p:txBody>
      </p:sp>
      <p:sp>
        <p:nvSpPr>
          <p:cNvPr id="114" name="text-42-FT Command / Route Mask">
            <a:extLst xmlns:a="http://schemas.openxmlformats.org/drawingml/2006/main">
              <a:ext uri="{FF2B5EF4-FFF2-40B4-BE49-F238E27FC236}">
                <a16:creationId xmlns:a16="http://schemas.microsoft.com/office/drawing/2014/main" id="{8F5B0ED9-FD31-4503-8B6A-772EDFA6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1288" y="5780151"/>
            <a:ext cx="266442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F2E"/>
                </a:solidFill>
              </a:defRPr>
            </a:pPr>
            <a:r>
              <a:rPr sz="1350" b="1">
                <a:solidFill>
                  <a:srgbClr val="B51F2E"/>
                </a:solidFill>
              </a:rPr>
              <a:t>FT Command / Route Mask</a:t>
            </a:r>
          </a:p>
        </p:txBody>
      </p:sp>
      <p:sp>
        <p:nvSpPr>
          <p:cNvPr id="115" name="text-43-pause / resume + effecti">
            <a:extLst xmlns:a="http://schemas.openxmlformats.org/drawingml/2006/main">
              <a:ext uri="{FF2B5EF4-FFF2-40B4-BE49-F238E27FC236}">
                <a16:creationId xmlns:a16="http://schemas.microsoft.com/office/drawing/2014/main" id="{9BA3EDAB-3EFC-4EF2-8C8B-D3D8C0B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142" y="6052566"/>
            <a:ext cx="259271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pause / resume + effective route</a:t>
            </a:r>
          </a:p>
        </p:txBody>
      </p:sp>
      <p:sp>
        <p:nvSpPr>
          <p:cNvPr id="116" name="text-44-publish decision">
            <a:extLst xmlns:a="http://schemas.openxmlformats.org/drawingml/2006/main">
              <a:ext uri="{FF2B5EF4-FFF2-40B4-BE49-F238E27FC236}">
                <a16:creationId xmlns:a16="http://schemas.microsoft.com/office/drawing/2014/main" id="{9D015CA7-8668-4D2C-B8DD-5AE48F2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662837" y="4395216"/>
            <a:ext cx="145887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51F2E"/>
                </a:solidFill>
              </a:defRPr>
            </a:pPr>
            <a:r>
              <a:rPr sz="975" b="0">
                <a:solidFill>
                  <a:srgbClr val="B51F2E"/>
                </a:solidFill>
              </a:rPr>
              <a:t>publish decision</a:t>
            </a:r>
          </a:p>
        </p:txBody>
      </p:sp>
      <p:sp>
        <p:nvSpPr>
          <p:cNvPr id="117" name="text-45-fault report">
            <a:extLst xmlns:a="http://schemas.openxmlformats.org/drawingml/2006/main">
              <a:ext uri="{FF2B5EF4-FFF2-40B4-BE49-F238E27FC236}">
                <a16:creationId xmlns:a16="http://schemas.microsoft.com/office/drawing/2014/main" id="{1D0C3DAA-097D-4616-A6F2-AA04F57F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3776091"/>
            <a:ext cx="114327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51F2E"/>
                </a:solidFill>
              </a:defRPr>
            </a:pPr>
            <a:r>
              <a:rPr sz="975" b="0">
                <a:solidFill>
                  <a:srgbClr val="B51F2E"/>
                </a:solidFill>
              </a:rPr>
              <a:t>fault report</a:t>
            </a:r>
          </a:p>
        </p:txBody>
      </p:sp>
      <p:sp>
        <p:nvSpPr>
          <p:cNvPr id="118" name="text-46-pause / resume">
            <a:extLst xmlns:a="http://schemas.openxmlformats.org/drawingml/2006/main">
              <a:ext uri="{FF2B5EF4-FFF2-40B4-BE49-F238E27FC236}">
                <a16:creationId xmlns:a16="http://schemas.microsoft.com/office/drawing/2014/main" id="{FBF21941-AE30-4331-9C0E-245EF5E6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04866"/>
            <a:ext cx="1268928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51F2E"/>
                </a:solidFill>
              </a:defRPr>
            </a:pPr>
            <a:r>
              <a:rPr sz="975" b="0">
                <a:solidFill>
                  <a:srgbClr val="B51F2E"/>
                </a:solidFill>
              </a:rPr>
              <a:t>pause / resume</a:t>
            </a:r>
          </a:p>
        </p:txBody>
      </p:sp>
      <p:sp>
        <p:nvSpPr>
          <p:cNvPr id="119" name="text-47-route mask">
            <a:extLst xmlns:a="http://schemas.openxmlformats.org/drawingml/2006/main">
              <a:ext uri="{FF2B5EF4-FFF2-40B4-BE49-F238E27FC236}">
                <a16:creationId xmlns:a16="http://schemas.microsoft.com/office/drawing/2014/main" id="{6EA6CBFC-3514-4D23-A6D6-EBB72E8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624066"/>
            <a:ext cx="985468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51F2E"/>
                </a:solidFill>
              </a:defRPr>
            </a:pPr>
            <a:r>
              <a:rPr sz="975" b="0">
                <a:solidFill>
                  <a:srgbClr val="B51F2E"/>
                </a:solidFill>
              </a:rPr>
              <a:t>route mask</a:t>
            </a:r>
          </a:p>
        </p:txBody>
      </p:sp>
      <p:sp>
        <p:nvSpPr>
          <p:cNvPr id="120" name="text-48-FT API">
            <a:extLst xmlns:a="http://schemas.openxmlformats.org/drawingml/2006/main">
              <a:ext uri="{FF2B5EF4-FFF2-40B4-BE49-F238E27FC236}">
                <a16:creationId xmlns:a16="http://schemas.microsoft.com/office/drawing/2014/main" id="{7AF68F50-0FEA-42FA-B320-F8F58AED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1271016"/>
            <a:ext cx="74292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51F2E"/>
                </a:solidFill>
              </a:defRPr>
            </a:pPr>
            <a:r>
              <a:rPr sz="975" b="0">
                <a:solidFill>
                  <a:srgbClr val="B51F2E"/>
                </a:solidFill>
              </a:rPr>
              <a:t>FT API</a:t>
            </a:r>
          </a:p>
        </p:txBody>
      </p:sp>
      <p:sp>
        <p:nvSpPr>
          <p:cNvPr id="121" name="text-49-通信 Backend">
            <a:extLst xmlns:a="http://schemas.openxmlformats.org/drawingml/2006/main">
              <a:ext uri="{FF2B5EF4-FFF2-40B4-BE49-F238E27FC236}">
                <a16:creationId xmlns:a16="http://schemas.microsoft.com/office/drawing/2014/main" id="{C46027CD-B373-42A2-9693-60F196C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7336536"/>
            <a:ext cx="1831353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F2E"/>
                </a:solidFill>
              </a:defRPr>
            </a:pPr>
            <a:r>
              <a:rPr sz="1725" b="1">
                <a:solidFill>
                  <a:srgbClr val="B51F2E"/>
                </a:solidFill>
              </a:rPr>
              <a:t>通信 Backend</a:t>
            </a:r>
          </a:p>
        </p:txBody>
      </p:sp>
      <p:sp>
        <p:nvSpPr>
          <p:cNvPr id="122" name="text-50-Active-rank Process Grou">
            <a:extLst xmlns:a="http://schemas.openxmlformats.org/drawingml/2006/main">
              <a:ext uri="{FF2B5EF4-FFF2-40B4-BE49-F238E27FC236}">
                <a16:creationId xmlns:a16="http://schemas.microsoft.com/office/drawing/2014/main" id="{D8E5785C-378F-4EAD-BB7E-D3F068C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8513" y="7475601"/>
            <a:ext cx="293147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Active-rank Process Group</a:t>
            </a:r>
          </a:p>
        </p:txBody>
      </p:sp>
      <p:sp>
        <p:nvSpPr>
          <p:cNvPr id="123" name="text-51-执行侧 active mask">
            <a:extLst xmlns:a="http://schemas.openxmlformats.org/drawingml/2006/main">
              <a:ext uri="{FF2B5EF4-FFF2-40B4-BE49-F238E27FC236}">
                <a16:creationId xmlns:a16="http://schemas.microsoft.com/office/drawing/2014/main" id="{76B181A3-1A50-411A-ABB5-764D20A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9517" y="7748016"/>
            <a:ext cx="154946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1818"/>
                </a:solidFill>
              </a:defRPr>
            </a:pPr>
            <a:r>
              <a:rPr sz="975" b="0">
                <a:solidFill>
                  <a:srgbClr val="181818"/>
                </a:solidFill>
              </a:rPr>
              <a:t>执行侧 active mask</a:t>
            </a:r>
          </a:p>
        </p:txBody>
      </p:sp>
      <p:sp>
        <p:nvSpPr>
          <p:cNvPr id="124" name="text-52-Masked Collective">
            <a:extLst xmlns:a="http://schemas.openxmlformats.org/drawingml/2006/main">
              <a:ext uri="{FF2B5EF4-FFF2-40B4-BE49-F238E27FC236}">
                <a16:creationId xmlns:a16="http://schemas.microsoft.com/office/drawing/2014/main" id="{8A931C47-1F1D-4126-A00A-954E6F9E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3741" y="7570851"/>
            <a:ext cx="2081769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Masked Collective</a:t>
            </a:r>
          </a:p>
        </p:txBody>
      </p:sp>
      <p:sp>
        <p:nvSpPr>
          <p:cNvPr id="125" name="text-53-MoE Dispatch / Combine">
            <a:extLst xmlns:a="http://schemas.openxmlformats.org/drawingml/2006/main">
              <a:ext uri="{FF2B5EF4-FFF2-40B4-BE49-F238E27FC236}">
                <a16:creationId xmlns:a16="http://schemas.microsoft.com/office/drawing/2014/main" id="{387B03F4-6801-4DD4-8579-8E251A3D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2898" y="7570851"/>
            <a:ext cx="2579454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MoE Dispatch / Combine</a:t>
            </a:r>
          </a:p>
        </p:txBody>
      </p:sp>
      <p:sp>
        <p:nvSpPr>
          <p:cNvPr id="126" name="text-54-Rank Isolation / Rejoin">
            <a:extLst xmlns:a="http://schemas.openxmlformats.org/drawingml/2006/main">
              <a:ext uri="{FF2B5EF4-FFF2-40B4-BE49-F238E27FC236}">
                <a16:creationId xmlns:a16="http://schemas.microsoft.com/office/drawing/2014/main" id="{7CA70DF0-2EC8-47B8-8D48-4047676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190" y="7570851"/>
            <a:ext cx="2668471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Rank Isolation / Rejoin</a:t>
            </a:r>
          </a:p>
        </p:txBody>
      </p:sp>
    </p:spTree>
    <p:extLst>
      <p:ext uri="{BB962C8B-B14F-4D97-AF65-F5344CB8AC3E}">
        <p14:creationId xmlns:p14="http://schemas.microsoft.com/office/powerpoint/2010/main" val="602645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2026-08-03T13:13:09.1080000Z</dcterms:created>
  <dcterms:modified xsi:type="dcterms:W3CDTF">2026-08-03T13:13:09.1080000Z</dcterms:modified>
</coreProperties>
</file>